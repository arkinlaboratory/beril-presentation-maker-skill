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7160" y="146304"/>
            <a:ext cx="8522208" cy="5760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417320"/>
            <a:ext cx="8521700" cy="3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8016"/>
            <a:ext cx="8521700" cy="11887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