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-83050" y="1934828"/>
            <a:ext cx="9144000" cy="1273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137160" y="146304"/>
            <a:ext cx="8522208" cy="5760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112523" y="981671"/>
            <a:ext cx="4386578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572000" y="981670"/>
            <a:ext cx="4488950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4405155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