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32918400" cx="43891200"/>
  <p:notesSz cx="6858000" cy="9144000"/>
  <p:embeddedFontLst>
    <p:embeddedFont>
      <p:font typeface="Oxygen"/>
      <p:regular r:id="rId7"/>
      <p:bold r:id="rId8"/>
    </p:embeddedFont>
    <p:embeddedFont>
      <p:font typeface="Oxygen Light"/>
      <p:regular r:id="rId9"/>
      <p:bold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OxygenLight-bold.fntdata"/><Relationship Id="rId9" Type="http://schemas.openxmlformats.org/officeDocument/2006/relationships/font" Target="fonts/OxygenLigh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Oxygen-regular.fntdata"/><Relationship Id="rId8" Type="http://schemas.openxmlformats.org/officeDocument/2006/relationships/font" Target="fonts/Oxygen-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29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latin typeface="Arial"/>
              <a:ea typeface="Arial"/>
              <a:cs typeface="Arial"/>
              <a:sym typeface="Arial"/>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3291840" y="10226042"/>
            <a:ext cx="37307400" cy="70560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Clr>
                <a:schemeClr val="dk1"/>
              </a:buClr>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 name="Google Shape;17;p2"/>
          <p:cNvSpPr txBox="1"/>
          <p:nvPr>
            <p:ph idx="1" type="subTitle"/>
          </p:nvPr>
        </p:nvSpPr>
        <p:spPr>
          <a:xfrm>
            <a:off x="6583680" y="18653759"/>
            <a:ext cx="30723900" cy="8412600"/>
          </a:xfrm>
          <a:prstGeom prst="rect">
            <a:avLst/>
          </a:prstGeom>
          <a:noFill/>
          <a:ln>
            <a:noFill/>
          </a:ln>
        </p:spPr>
        <p:txBody>
          <a:bodyPr anchorCtr="0" anchor="t" bIns="219450" lIns="438900" spcFirstLastPara="1" rIns="438900" wrap="square" tIns="219450">
            <a:noAutofit/>
          </a:bodyPr>
          <a:lstStyle>
            <a:lvl1pPr lvl="0" algn="ctr">
              <a:spcBef>
                <a:spcPts val="3100"/>
              </a:spcBef>
              <a:spcAft>
                <a:spcPts val="0"/>
              </a:spcAft>
              <a:buClr>
                <a:srgbClr val="888888"/>
              </a:buClr>
              <a:buSzPts val="15400"/>
              <a:buNone/>
              <a:defRPr>
                <a:solidFill>
                  <a:srgbClr val="888888"/>
                </a:solidFill>
              </a:defRPr>
            </a:lvl1pPr>
            <a:lvl2pPr lvl="1" algn="ctr">
              <a:spcBef>
                <a:spcPts val="2700"/>
              </a:spcBef>
              <a:spcAft>
                <a:spcPts val="0"/>
              </a:spcAft>
              <a:buClr>
                <a:srgbClr val="888888"/>
              </a:buClr>
              <a:buSzPts val="13400"/>
              <a:buNone/>
              <a:defRPr>
                <a:solidFill>
                  <a:srgbClr val="888888"/>
                </a:solidFill>
              </a:defRPr>
            </a:lvl2pPr>
            <a:lvl3pPr lvl="2" algn="ctr">
              <a:spcBef>
                <a:spcPts val="2300"/>
              </a:spcBef>
              <a:spcAft>
                <a:spcPts val="0"/>
              </a:spcAft>
              <a:buClr>
                <a:srgbClr val="888888"/>
              </a:buClr>
              <a:buSzPts val="11600"/>
              <a:buNone/>
              <a:defRPr>
                <a:solidFill>
                  <a:srgbClr val="888888"/>
                </a:solidFill>
              </a:defRPr>
            </a:lvl3pPr>
            <a:lvl4pPr lvl="3" algn="ctr">
              <a:spcBef>
                <a:spcPts val="1900"/>
              </a:spcBef>
              <a:spcAft>
                <a:spcPts val="0"/>
              </a:spcAft>
              <a:buClr>
                <a:srgbClr val="888888"/>
              </a:buClr>
              <a:buSzPts val="9600"/>
              <a:buNone/>
              <a:defRPr>
                <a:solidFill>
                  <a:srgbClr val="888888"/>
                </a:solidFill>
              </a:defRPr>
            </a:lvl4pPr>
            <a:lvl5pPr lvl="4" algn="ctr">
              <a:spcBef>
                <a:spcPts val="1900"/>
              </a:spcBef>
              <a:spcAft>
                <a:spcPts val="0"/>
              </a:spcAft>
              <a:buClr>
                <a:srgbClr val="888888"/>
              </a:buClr>
              <a:buSzPts val="9600"/>
              <a:buNone/>
              <a:defRPr>
                <a:solidFill>
                  <a:srgbClr val="888888"/>
                </a:solidFill>
              </a:defRPr>
            </a:lvl5pPr>
            <a:lvl6pPr lvl="5" algn="ctr">
              <a:spcBef>
                <a:spcPts val="1900"/>
              </a:spcBef>
              <a:spcAft>
                <a:spcPts val="0"/>
              </a:spcAft>
              <a:buClr>
                <a:srgbClr val="888888"/>
              </a:buClr>
              <a:buSzPts val="9600"/>
              <a:buNone/>
              <a:defRPr>
                <a:solidFill>
                  <a:srgbClr val="888888"/>
                </a:solidFill>
              </a:defRPr>
            </a:lvl6pPr>
            <a:lvl7pPr lvl="6" algn="ctr">
              <a:spcBef>
                <a:spcPts val="1900"/>
              </a:spcBef>
              <a:spcAft>
                <a:spcPts val="0"/>
              </a:spcAft>
              <a:buClr>
                <a:srgbClr val="888888"/>
              </a:buClr>
              <a:buSzPts val="9600"/>
              <a:buNone/>
              <a:defRPr>
                <a:solidFill>
                  <a:srgbClr val="888888"/>
                </a:solidFill>
              </a:defRPr>
            </a:lvl7pPr>
            <a:lvl8pPr lvl="7" algn="ctr">
              <a:spcBef>
                <a:spcPts val="1900"/>
              </a:spcBef>
              <a:spcAft>
                <a:spcPts val="0"/>
              </a:spcAft>
              <a:buClr>
                <a:srgbClr val="888888"/>
              </a:buClr>
              <a:buSzPts val="9600"/>
              <a:buNone/>
              <a:defRPr>
                <a:solidFill>
                  <a:srgbClr val="888888"/>
                </a:solidFill>
              </a:defRPr>
            </a:lvl8pPr>
            <a:lvl9pPr lvl="8" algn="ctr">
              <a:spcBef>
                <a:spcPts val="1900"/>
              </a:spcBef>
              <a:spcAft>
                <a:spcPts val="0"/>
              </a:spcAft>
              <a:buClr>
                <a:srgbClr val="888888"/>
              </a:buClr>
              <a:buSzPts val="9600"/>
              <a:buNone/>
              <a:defRPr>
                <a:solidFill>
                  <a:srgbClr val="888888"/>
                </a:solidFill>
              </a:defRPr>
            </a:lvl9pPr>
          </a:lstStyle>
          <a:p/>
        </p:txBody>
      </p:sp>
      <p:sp>
        <p:nvSpPr>
          <p:cNvPr id="18" name="Google Shape;18;p2"/>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19" name="Google Shape;19;p2"/>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20" name="Google Shape;20;p2"/>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Clr>
                <a:schemeClr val="dk1"/>
              </a:buClr>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3"/>
          <p:cNvSpPr txBox="1"/>
          <p:nvPr>
            <p:ph idx="1" type="body"/>
          </p:nvPr>
        </p:nvSpPr>
        <p:spPr>
          <a:xfrm>
            <a:off x="2194560" y="7680962"/>
            <a:ext cx="39502200" cy="21724500"/>
          </a:xfrm>
          <a:prstGeom prst="rect">
            <a:avLst/>
          </a:prstGeom>
          <a:noFill/>
          <a:ln>
            <a:noFill/>
          </a:ln>
        </p:spPr>
        <p:txBody>
          <a:bodyPr anchorCtr="0" anchor="t" bIns="219450" lIns="438900" spcFirstLastPara="1" rIns="438900" wrap="square" tIns="219450">
            <a:noAutofit/>
          </a:bodyPr>
          <a:lstStyle>
            <a:lvl1pPr indent="-457200" lvl="0" marL="457200" algn="l">
              <a:spcBef>
                <a:spcPts val="700"/>
              </a:spcBef>
              <a:spcAft>
                <a:spcPts val="0"/>
              </a:spcAft>
              <a:buClr>
                <a:schemeClr val="dk1"/>
              </a:buClr>
              <a:buSzPts val="3600"/>
              <a:buChar char="•"/>
              <a:defRPr/>
            </a:lvl1pPr>
            <a:lvl2pPr indent="-457200" lvl="1" marL="914400" algn="l">
              <a:spcBef>
                <a:spcPts val="700"/>
              </a:spcBef>
              <a:spcAft>
                <a:spcPts val="0"/>
              </a:spcAft>
              <a:buClr>
                <a:schemeClr val="dk1"/>
              </a:buClr>
              <a:buSzPts val="3600"/>
              <a:buChar char="–"/>
              <a:defRPr/>
            </a:lvl2pPr>
            <a:lvl3pPr indent="-457200" lvl="2" marL="1371600" algn="l">
              <a:spcBef>
                <a:spcPts val="700"/>
              </a:spcBef>
              <a:spcAft>
                <a:spcPts val="0"/>
              </a:spcAft>
              <a:buClr>
                <a:schemeClr val="dk1"/>
              </a:buClr>
              <a:buSzPts val="3600"/>
              <a:buChar char="•"/>
              <a:defRPr/>
            </a:lvl3pPr>
            <a:lvl4pPr indent="-457200" lvl="3" marL="1828800" algn="l">
              <a:spcBef>
                <a:spcPts val="700"/>
              </a:spcBef>
              <a:spcAft>
                <a:spcPts val="0"/>
              </a:spcAft>
              <a:buClr>
                <a:schemeClr val="dk1"/>
              </a:buClr>
              <a:buSzPts val="3600"/>
              <a:buChar char="–"/>
              <a:defRPr/>
            </a:lvl4pPr>
            <a:lvl5pPr indent="-457200" lvl="4" marL="2286000" algn="l">
              <a:spcBef>
                <a:spcPts val="700"/>
              </a:spcBef>
              <a:spcAft>
                <a:spcPts val="0"/>
              </a:spcAft>
              <a:buClr>
                <a:schemeClr val="dk1"/>
              </a:buClr>
              <a:buSzPts val="3600"/>
              <a:buChar char="»"/>
              <a:defRPr/>
            </a:lvl5pPr>
            <a:lvl6pPr indent="-457200" lvl="5" marL="2743200" algn="l">
              <a:spcBef>
                <a:spcPts val="700"/>
              </a:spcBef>
              <a:spcAft>
                <a:spcPts val="0"/>
              </a:spcAft>
              <a:buClr>
                <a:schemeClr val="dk1"/>
              </a:buClr>
              <a:buSzPts val="3600"/>
              <a:buChar char="•"/>
              <a:defRPr/>
            </a:lvl6pPr>
            <a:lvl7pPr indent="-457200" lvl="6" marL="3200400" algn="l">
              <a:spcBef>
                <a:spcPts val="700"/>
              </a:spcBef>
              <a:spcAft>
                <a:spcPts val="0"/>
              </a:spcAft>
              <a:buClr>
                <a:schemeClr val="dk1"/>
              </a:buClr>
              <a:buSzPts val="3600"/>
              <a:buChar char="•"/>
              <a:defRPr/>
            </a:lvl7pPr>
            <a:lvl8pPr indent="-457200" lvl="7" marL="3657600" algn="l">
              <a:spcBef>
                <a:spcPts val="700"/>
              </a:spcBef>
              <a:spcAft>
                <a:spcPts val="0"/>
              </a:spcAft>
              <a:buClr>
                <a:schemeClr val="dk1"/>
              </a:buClr>
              <a:buSzPts val="3600"/>
              <a:buChar char="•"/>
              <a:defRPr/>
            </a:lvl8pPr>
            <a:lvl9pPr indent="-457200" lvl="8" marL="4114800" algn="l">
              <a:spcBef>
                <a:spcPts val="700"/>
              </a:spcBef>
              <a:spcAft>
                <a:spcPts val="0"/>
              </a:spcAft>
              <a:buClr>
                <a:schemeClr val="dk1"/>
              </a:buClr>
              <a:buSzPts val="3600"/>
              <a:buChar char="•"/>
              <a:defRPr/>
            </a:lvl9pPr>
          </a:lstStyle>
          <a:p/>
        </p:txBody>
      </p:sp>
      <p:sp>
        <p:nvSpPr>
          <p:cNvPr id="24" name="Google Shape;24;p3"/>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25" name="Google Shape;25;p3"/>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26" name="Google Shape;26;p3"/>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3467102" y="21153122"/>
            <a:ext cx="37307400" cy="6537900"/>
          </a:xfrm>
          <a:prstGeom prst="rect">
            <a:avLst/>
          </a:prstGeom>
          <a:noFill/>
          <a:ln>
            <a:noFill/>
          </a:ln>
        </p:spPr>
        <p:txBody>
          <a:bodyPr anchorCtr="0" anchor="t" bIns="219450" lIns="438900" spcFirstLastPara="1" rIns="438900" wrap="square" tIns="219450">
            <a:noAutofit/>
          </a:bodyPr>
          <a:lstStyle>
            <a:lvl1pPr lvl="0" algn="l">
              <a:spcBef>
                <a:spcPts val="0"/>
              </a:spcBef>
              <a:spcAft>
                <a:spcPts val="0"/>
              </a:spcAft>
              <a:buClr>
                <a:schemeClr val="dk1"/>
              </a:buClr>
              <a:buSzPts val="19200"/>
              <a:buFont typeface="Calibri"/>
              <a:buNone/>
              <a:defRPr b="1" sz="19200" cap="none"/>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4"/>
          <p:cNvSpPr txBox="1"/>
          <p:nvPr>
            <p:ph idx="1" type="body"/>
          </p:nvPr>
        </p:nvSpPr>
        <p:spPr>
          <a:xfrm>
            <a:off x="3467102" y="13952223"/>
            <a:ext cx="37307400" cy="7200900"/>
          </a:xfrm>
          <a:prstGeom prst="rect">
            <a:avLst/>
          </a:prstGeom>
          <a:noFill/>
          <a:ln>
            <a:noFill/>
          </a:ln>
        </p:spPr>
        <p:txBody>
          <a:bodyPr anchorCtr="0" anchor="b" bIns="219450" lIns="438900" spcFirstLastPara="1" rIns="438900" wrap="square" tIns="219450">
            <a:noAutofit/>
          </a:bodyPr>
          <a:lstStyle>
            <a:lvl1pPr indent="-228600" lvl="0" marL="457200" algn="l">
              <a:spcBef>
                <a:spcPts val="1900"/>
              </a:spcBef>
              <a:spcAft>
                <a:spcPts val="0"/>
              </a:spcAft>
              <a:buClr>
                <a:srgbClr val="888888"/>
              </a:buClr>
              <a:buSzPts val="9600"/>
              <a:buNone/>
              <a:defRPr sz="9600">
                <a:solidFill>
                  <a:srgbClr val="888888"/>
                </a:solidFill>
              </a:defRPr>
            </a:lvl1pPr>
            <a:lvl2pPr indent="-228600" lvl="1" marL="914400" algn="l">
              <a:spcBef>
                <a:spcPts val="1700"/>
              </a:spcBef>
              <a:spcAft>
                <a:spcPts val="0"/>
              </a:spcAft>
              <a:buClr>
                <a:srgbClr val="888888"/>
              </a:buClr>
              <a:buSzPts val="8600"/>
              <a:buNone/>
              <a:defRPr sz="8600">
                <a:solidFill>
                  <a:srgbClr val="888888"/>
                </a:solidFill>
              </a:defRPr>
            </a:lvl2pPr>
            <a:lvl3pPr indent="-228600" lvl="2" marL="1371600" algn="l">
              <a:spcBef>
                <a:spcPts val="1500"/>
              </a:spcBef>
              <a:spcAft>
                <a:spcPts val="0"/>
              </a:spcAft>
              <a:buClr>
                <a:srgbClr val="888888"/>
              </a:buClr>
              <a:buSzPts val="7600"/>
              <a:buNone/>
              <a:defRPr sz="7600">
                <a:solidFill>
                  <a:srgbClr val="888888"/>
                </a:solidFill>
              </a:defRPr>
            </a:lvl3pPr>
            <a:lvl4pPr indent="-228600" lvl="3" marL="1828800" algn="l">
              <a:spcBef>
                <a:spcPts val="1400"/>
              </a:spcBef>
              <a:spcAft>
                <a:spcPts val="0"/>
              </a:spcAft>
              <a:buClr>
                <a:srgbClr val="888888"/>
              </a:buClr>
              <a:buSzPts val="6800"/>
              <a:buNone/>
              <a:defRPr sz="6800">
                <a:solidFill>
                  <a:srgbClr val="888888"/>
                </a:solidFill>
              </a:defRPr>
            </a:lvl4pPr>
            <a:lvl5pPr indent="-228600" lvl="4" marL="2286000" algn="l">
              <a:spcBef>
                <a:spcPts val="1400"/>
              </a:spcBef>
              <a:spcAft>
                <a:spcPts val="0"/>
              </a:spcAft>
              <a:buClr>
                <a:srgbClr val="888888"/>
              </a:buClr>
              <a:buSzPts val="6800"/>
              <a:buNone/>
              <a:defRPr sz="6800">
                <a:solidFill>
                  <a:srgbClr val="888888"/>
                </a:solidFill>
              </a:defRPr>
            </a:lvl5pPr>
            <a:lvl6pPr indent="-228600" lvl="5" marL="2743200" algn="l">
              <a:spcBef>
                <a:spcPts val="1400"/>
              </a:spcBef>
              <a:spcAft>
                <a:spcPts val="0"/>
              </a:spcAft>
              <a:buClr>
                <a:srgbClr val="888888"/>
              </a:buClr>
              <a:buSzPts val="6800"/>
              <a:buNone/>
              <a:defRPr sz="6800">
                <a:solidFill>
                  <a:srgbClr val="888888"/>
                </a:solidFill>
              </a:defRPr>
            </a:lvl6pPr>
            <a:lvl7pPr indent="-228600" lvl="6" marL="3200400" algn="l">
              <a:spcBef>
                <a:spcPts val="1400"/>
              </a:spcBef>
              <a:spcAft>
                <a:spcPts val="0"/>
              </a:spcAft>
              <a:buClr>
                <a:srgbClr val="888888"/>
              </a:buClr>
              <a:buSzPts val="6800"/>
              <a:buNone/>
              <a:defRPr sz="6800">
                <a:solidFill>
                  <a:srgbClr val="888888"/>
                </a:solidFill>
              </a:defRPr>
            </a:lvl7pPr>
            <a:lvl8pPr indent="-228600" lvl="7" marL="3657600" algn="l">
              <a:spcBef>
                <a:spcPts val="1400"/>
              </a:spcBef>
              <a:spcAft>
                <a:spcPts val="0"/>
              </a:spcAft>
              <a:buClr>
                <a:srgbClr val="888888"/>
              </a:buClr>
              <a:buSzPts val="6800"/>
              <a:buNone/>
              <a:defRPr sz="6800">
                <a:solidFill>
                  <a:srgbClr val="888888"/>
                </a:solidFill>
              </a:defRPr>
            </a:lvl8pPr>
            <a:lvl9pPr indent="-228600" lvl="8" marL="4114800" algn="l">
              <a:spcBef>
                <a:spcPts val="1400"/>
              </a:spcBef>
              <a:spcAft>
                <a:spcPts val="0"/>
              </a:spcAft>
              <a:buClr>
                <a:srgbClr val="888888"/>
              </a:buClr>
              <a:buSzPts val="6800"/>
              <a:buNone/>
              <a:defRPr sz="6800">
                <a:solidFill>
                  <a:srgbClr val="888888"/>
                </a:solidFill>
              </a:defRPr>
            </a:lvl9pPr>
          </a:lstStyle>
          <a:p/>
        </p:txBody>
      </p:sp>
      <p:sp>
        <p:nvSpPr>
          <p:cNvPr id="30" name="Google Shape;30;p4"/>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31" name="Google Shape;31;p4"/>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32" name="Google Shape;32;p4"/>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Clr>
                <a:schemeClr val="dk1"/>
              </a:buClr>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 name="Google Shape;35;p5"/>
          <p:cNvSpPr txBox="1"/>
          <p:nvPr>
            <p:ph idx="1" type="body"/>
          </p:nvPr>
        </p:nvSpPr>
        <p:spPr>
          <a:xfrm>
            <a:off x="5265424" y="18432781"/>
            <a:ext cx="47038200" cy="52143600"/>
          </a:xfrm>
          <a:prstGeom prst="rect">
            <a:avLst/>
          </a:prstGeom>
          <a:noFill/>
          <a:ln>
            <a:noFill/>
          </a:ln>
        </p:spPr>
        <p:txBody>
          <a:bodyPr anchorCtr="0" anchor="t" bIns="219450" lIns="438900" spcFirstLastPara="1" rIns="438900" wrap="square" tIns="219450">
            <a:noAutofit/>
          </a:bodyPr>
          <a:lstStyle>
            <a:lvl1pPr indent="-1079500" lvl="0" marL="457200" algn="l">
              <a:spcBef>
                <a:spcPts val="2700"/>
              </a:spcBef>
              <a:spcAft>
                <a:spcPts val="0"/>
              </a:spcAft>
              <a:buClr>
                <a:schemeClr val="dk1"/>
              </a:buClr>
              <a:buSzPts val="13400"/>
              <a:buChar char="•"/>
              <a:defRPr sz="13400"/>
            </a:lvl1pPr>
            <a:lvl2pPr indent="-965200" lvl="1" marL="914400" algn="l">
              <a:spcBef>
                <a:spcPts val="2300"/>
              </a:spcBef>
              <a:spcAft>
                <a:spcPts val="0"/>
              </a:spcAft>
              <a:buClr>
                <a:schemeClr val="dk1"/>
              </a:buClr>
              <a:buSzPts val="11600"/>
              <a:buChar char="–"/>
              <a:defRPr sz="11600"/>
            </a:lvl2pPr>
            <a:lvl3pPr indent="-838200" lvl="2" marL="1371600" algn="l">
              <a:spcBef>
                <a:spcPts val="1900"/>
              </a:spcBef>
              <a:spcAft>
                <a:spcPts val="0"/>
              </a:spcAft>
              <a:buClr>
                <a:schemeClr val="dk1"/>
              </a:buClr>
              <a:buSzPts val="9600"/>
              <a:buChar char="•"/>
              <a:defRPr sz="9600"/>
            </a:lvl3pPr>
            <a:lvl4pPr indent="-774700" lvl="3" marL="1828800" algn="l">
              <a:spcBef>
                <a:spcPts val="1700"/>
              </a:spcBef>
              <a:spcAft>
                <a:spcPts val="0"/>
              </a:spcAft>
              <a:buClr>
                <a:schemeClr val="dk1"/>
              </a:buClr>
              <a:buSzPts val="8600"/>
              <a:buChar char="–"/>
              <a:defRPr sz="8600"/>
            </a:lvl4pPr>
            <a:lvl5pPr indent="-774700" lvl="4" marL="2286000" algn="l">
              <a:spcBef>
                <a:spcPts val="1700"/>
              </a:spcBef>
              <a:spcAft>
                <a:spcPts val="0"/>
              </a:spcAft>
              <a:buClr>
                <a:schemeClr val="dk1"/>
              </a:buClr>
              <a:buSzPts val="8600"/>
              <a:buChar char="»"/>
              <a:defRPr sz="8600"/>
            </a:lvl5pPr>
            <a:lvl6pPr indent="-774700" lvl="5" marL="2743200" algn="l">
              <a:spcBef>
                <a:spcPts val="1700"/>
              </a:spcBef>
              <a:spcAft>
                <a:spcPts val="0"/>
              </a:spcAft>
              <a:buClr>
                <a:schemeClr val="dk1"/>
              </a:buClr>
              <a:buSzPts val="8600"/>
              <a:buChar char="•"/>
              <a:defRPr sz="8600"/>
            </a:lvl6pPr>
            <a:lvl7pPr indent="-774700" lvl="6" marL="3200400" algn="l">
              <a:spcBef>
                <a:spcPts val="1700"/>
              </a:spcBef>
              <a:spcAft>
                <a:spcPts val="0"/>
              </a:spcAft>
              <a:buClr>
                <a:schemeClr val="dk1"/>
              </a:buClr>
              <a:buSzPts val="8600"/>
              <a:buChar char="•"/>
              <a:defRPr sz="8600"/>
            </a:lvl7pPr>
            <a:lvl8pPr indent="-774700" lvl="7" marL="3657600" algn="l">
              <a:spcBef>
                <a:spcPts val="1700"/>
              </a:spcBef>
              <a:spcAft>
                <a:spcPts val="0"/>
              </a:spcAft>
              <a:buClr>
                <a:schemeClr val="dk1"/>
              </a:buClr>
              <a:buSzPts val="8600"/>
              <a:buChar char="•"/>
              <a:defRPr sz="8600"/>
            </a:lvl8pPr>
            <a:lvl9pPr indent="-774700" lvl="8" marL="4114800" algn="l">
              <a:spcBef>
                <a:spcPts val="1700"/>
              </a:spcBef>
              <a:spcAft>
                <a:spcPts val="0"/>
              </a:spcAft>
              <a:buClr>
                <a:schemeClr val="dk1"/>
              </a:buClr>
              <a:buSzPts val="8600"/>
              <a:buChar char="•"/>
              <a:defRPr sz="8600"/>
            </a:lvl9pPr>
          </a:lstStyle>
          <a:p/>
        </p:txBody>
      </p:sp>
      <p:sp>
        <p:nvSpPr>
          <p:cNvPr id="36" name="Google Shape;36;p5"/>
          <p:cNvSpPr txBox="1"/>
          <p:nvPr>
            <p:ph idx="2" type="body"/>
          </p:nvPr>
        </p:nvSpPr>
        <p:spPr>
          <a:xfrm>
            <a:off x="53035200" y="18432781"/>
            <a:ext cx="47038200" cy="52143600"/>
          </a:xfrm>
          <a:prstGeom prst="rect">
            <a:avLst/>
          </a:prstGeom>
          <a:noFill/>
          <a:ln>
            <a:noFill/>
          </a:ln>
        </p:spPr>
        <p:txBody>
          <a:bodyPr anchorCtr="0" anchor="t" bIns="219450" lIns="438900" spcFirstLastPara="1" rIns="438900" wrap="square" tIns="219450">
            <a:noAutofit/>
          </a:bodyPr>
          <a:lstStyle>
            <a:lvl1pPr indent="-1079500" lvl="0" marL="457200" algn="l">
              <a:spcBef>
                <a:spcPts val="2700"/>
              </a:spcBef>
              <a:spcAft>
                <a:spcPts val="0"/>
              </a:spcAft>
              <a:buClr>
                <a:schemeClr val="dk1"/>
              </a:buClr>
              <a:buSzPts val="13400"/>
              <a:buChar char="•"/>
              <a:defRPr sz="13400"/>
            </a:lvl1pPr>
            <a:lvl2pPr indent="-965200" lvl="1" marL="914400" algn="l">
              <a:spcBef>
                <a:spcPts val="2300"/>
              </a:spcBef>
              <a:spcAft>
                <a:spcPts val="0"/>
              </a:spcAft>
              <a:buClr>
                <a:schemeClr val="dk1"/>
              </a:buClr>
              <a:buSzPts val="11600"/>
              <a:buChar char="–"/>
              <a:defRPr sz="11600"/>
            </a:lvl2pPr>
            <a:lvl3pPr indent="-838200" lvl="2" marL="1371600" algn="l">
              <a:spcBef>
                <a:spcPts val="1900"/>
              </a:spcBef>
              <a:spcAft>
                <a:spcPts val="0"/>
              </a:spcAft>
              <a:buClr>
                <a:schemeClr val="dk1"/>
              </a:buClr>
              <a:buSzPts val="9600"/>
              <a:buChar char="•"/>
              <a:defRPr sz="9600"/>
            </a:lvl3pPr>
            <a:lvl4pPr indent="-774700" lvl="3" marL="1828800" algn="l">
              <a:spcBef>
                <a:spcPts val="1700"/>
              </a:spcBef>
              <a:spcAft>
                <a:spcPts val="0"/>
              </a:spcAft>
              <a:buClr>
                <a:schemeClr val="dk1"/>
              </a:buClr>
              <a:buSzPts val="8600"/>
              <a:buChar char="–"/>
              <a:defRPr sz="8600"/>
            </a:lvl4pPr>
            <a:lvl5pPr indent="-774700" lvl="4" marL="2286000" algn="l">
              <a:spcBef>
                <a:spcPts val="1700"/>
              </a:spcBef>
              <a:spcAft>
                <a:spcPts val="0"/>
              </a:spcAft>
              <a:buClr>
                <a:schemeClr val="dk1"/>
              </a:buClr>
              <a:buSzPts val="8600"/>
              <a:buChar char="»"/>
              <a:defRPr sz="8600"/>
            </a:lvl5pPr>
            <a:lvl6pPr indent="-774700" lvl="5" marL="2743200" algn="l">
              <a:spcBef>
                <a:spcPts val="1700"/>
              </a:spcBef>
              <a:spcAft>
                <a:spcPts val="0"/>
              </a:spcAft>
              <a:buClr>
                <a:schemeClr val="dk1"/>
              </a:buClr>
              <a:buSzPts val="8600"/>
              <a:buChar char="•"/>
              <a:defRPr sz="8600"/>
            </a:lvl6pPr>
            <a:lvl7pPr indent="-774700" lvl="6" marL="3200400" algn="l">
              <a:spcBef>
                <a:spcPts val="1700"/>
              </a:spcBef>
              <a:spcAft>
                <a:spcPts val="0"/>
              </a:spcAft>
              <a:buClr>
                <a:schemeClr val="dk1"/>
              </a:buClr>
              <a:buSzPts val="8600"/>
              <a:buChar char="•"/>
              <a:defRPr sz="8600"/>
            </a:lvl7pPr>
            <a:lvl8pPr indent="-774700" lvl="7" marL="3657600" algn="l">
              <a:spcBef>
                <a:spcPts val="1700"/>
              </a:spcBef>
              <a:spcAft>
                <a:spcPts val="0"/>
              </a:spcAft>
              <a:buClr>
                <a:schemeClr val="dk1"/>
              </a:buClr>
              <a:buSzPts val="8600"/>
              <a:buChar char="•"/>
              <a:defRPr sz="8600"/>
            </a:lvl8pPr>
            <a:lvl9pPr indent="-774700" lvl="8" marL="4114800" algn="l">
              <a:spcBef>
                <a:spcPts val="1700"/>
              </a:spcBef>
              <a:spcAft>
                <a:spcPts val="0"/>
              </a:spcAft>
              <a:buClr>
                <a:schemeClr val="dk1"/>
              </a:buClr>
              <a:buSzPts val="8600"/>
              <a:buChar char="•"/>
              <a:defRPr sz="8600"/>
            </a:lvl9pPr>
          </a:lstStyle>
          <a:p/>
        </p:txBody>
      </p:sp>
      <p:sp>
        <p:nvSpPr>
          <p:cNvPr id="37" name="Google Shape;37;p5"/>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38" name="Google Shape;38;p5"/>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39" name="Google Shape;39;p5"/>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Clr>
                <a:schemeClr val="dk1"/>
              </a:buClr>
              <a:buSzPts val="21200"/>
              <a:buFont typeface="Calibri"/>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2194560" y="7368542"/>
            <a:ext cx="19392900" cy="3070800"/>
          </a:xfrm>
          <a:prstGeom prst="rect">
            <a:avLst/>
          </a:prstGeom>
          <a:noFill/>
          <a:ln>
            <a:noFill/>
          </a:ln>
        </p:spPr>
        <p:txBody>
          <a:bodyPr anchorCtr="0" anchor="b" bIns="219450" lIns="438900" spcFirstLastPara="1" rIns="438900" wrap="square" tIns="219450">
            <a:noAutofit/>
          </a:bodyPr>
          <a:lstStyle>
            <a:lvl1pPr indent="-228600" lvl="0" marL="457200" algn="l">
              <a:spcBef>
                <a:spcPts val="2300"/>
              </a:spcBef>
              <a:spcAft>
                <a:spcPts val="0"/>
              </a:spcAft>
              <a:buClr>
                <a:schemeClr val="dk1"/>
              </a:buClr>
              <a:buSzPts val="11600"/>
              <a:buNone/>
              <a:defRPr b="1" sz="11600"/>
            </a:lvl1pPr>
            <a:lvl2pPr indent="-228600" lvl="1" marL="914400" algn="l">
              <a:spcBef>
                <a:spcPts val="1900"/>
              </a:spcBef>
              <a:spcAft>
                <a:spcPts val="0"/>
              </a:spcAft>
              <a:buClr>
                <a:schemeClr val="dk1"/>
              </a:buClr>
              <a:buSzPts val="9600"/>
              <a:buNone/>
              <a:defRPr b="1" sz="9600"/>
            </a:lvl2pPr>
            <a:lvl3pPr indent="-228600" lvl="2" marL="1371600" algn="l">
              <a:spcBef>
                <a:spcPts val="1700"/>
              </a:spcBef>
              <a:spcAft>
                <a:spcPts val="0"/>
              </a:spcAft>
              <a:buClr>
                <a:schemeClr val="dk1"/>
              </a:buClr>
              <a:buSzPts val="8600"/>
              <a:buNone/>
              <a:defRPr b="1" sz="8600"/>
            </a:lvl3pPr>
            <a:lvl4pPr indent="-228600" lvl="3" marL="1828800" algn="l">
              <a:spcBef>
                <a:spcPts val="1500"/>
              </a:spcBef>
              <a:spcAft>
                <a:spcPts val="0"/>
              </a:spcAft>
              <a:buClr>
                <a:schemeClr val="dk1"/>
              </a:buClr>
              <a:buSzPts val="7600"/>
              <a:buNone/>
              <a:defRPr b="1" sz="7600"/>
            </a:lvl4pPr>
            <a:lvl5pPr indent="-228600" lvl="4" marL="2286000" algn="l">
              <a:spcBef>
                <a:spcPts val="1500"/>
              </a:spcBef>
              <a:spcAft>
                <a:spcPts val="0"/>
              </a:spcAft>
              <a:buClr>
                <a:schemeClr val="dk1"/>
              </a:buClr>
              <a:buSzPts val="7600"/>
              <a:buNone/>
              <a:defRPr b="1" sz="7600"/>
            </a:lvl5pPr>
            <a:lvl6pPr indent="-228600" lvl="5" marL="2743200" algn="l">
              <a:spcBef>
                <a:spcPts val="1500"/>
              </a:spcBef>
              <a:spcAft>
                <a:spcPts val="0"/>
              </a:spcAft>
              <a:buClr>
                <a:schemeClr val="dk1"/>
              </a:buClr>
              <a:buSzPts val="7600"/>
              <a:buNone/>
              <a:defRPr b="1" sz="7600"/>
            </a:lvl6pPr>
            <a:lvl7pPr indent="-228600" lvl="6" marL="3200400" algn="l">
              <a:spcBef>
                <a:spcPts val="1500"/>
              </a:spcBef>
              <a:spcAft>
                <a:spcPts val="0"/>
              </a:spcAft>
              <a:buClr>
                <a:schemeClr val="dk1"/>
              </a:buClr>
              <a:buSzPts val="7600"/>
              <a:buNone/>
              <a:defRPr b="1" sz="7600"/>
            </a:lvl7pPr>
            <a:lvl8pPr indent="-228600" lvl="7" marL="3657600" algn="l">
              <a:spcBef>
                <a:spcPts val="1500"/>
              </a:spcBef>
              <a:spcAft>
                <a:spcPts val="0"/>
              </a:spcAft>
              <a:buClr>
                <a:schemeClr val="dk1"/>
              </a:buClr>
              <a:buSzPts val="7600"/>
              <a:buNone/>
              <a:defRPr b="1" sz="7600"/>
            </a:lvl8pPr>
            <a:lvl9pPr indent="-228600" lvl="8" marL="4114800" algn="l">
              <a:spcBef>
                <a:spcPts val="1500"/>
              </a:spcBef>
              <a:spcAft>
                <a:spcPts val="0"/>
              </a:spcAft>
              <a:buClr>
                <a:schemeClr val="dk1"/>
              </a:buClr>
              <a:buSzPts val="7600"/>
              <a:buNone/>
              <a:defRPr b="1" sz="7600"/>
            </a:lvl9pPr>
          </a:lstStyle>
          <a:p/>
        </p:txBody>
      </p:sp>
      <p:sp>
        <p:nvSpPr>
          <p:cNvPr id="43" name="Google Shape;43;p6"/>
          <p:cNvSpPr txBox="1"/>
          <p:nvPr>
            <p:ph idx="2" type="body"/>
          </p:nvPr>
        </p:nvSpPr>
        <p:spPr>
          <a:xfrm>
            <a:off x="2194560" y="10439400"/>
            <a:ext cx="19392900" cy="18966300"/>
          </a:xfrm>
          <a:prstGeom prst="rect">
            <a:avLst/>
          </a:prstGeom>
          <a:noFill/>
          <a:ln>
            <a:noFill/>
          </a:ln>
        </p:spPr>
        <p:txBody>
          <a:bodyPr anchorCtr="0" anchor="t" bIns="219450" lIns="438900" spcFirstLastPara="1" rIns="438900" wrap="square" tIns="219450">
            <a:noAutofit/>
          </a:bodyPr>
          <a:lstStyle>
            <a:lvl1pPr indent="-965200" lvl="0" marL="457200" algn="l">
              <a:spcBef>
                <a:spcPts val="2300"/>
              </a:spcBef>
              <a:spcAft>
                <a:spcPts val="0"/>
              </a:spcAft>
              <a:buClr>
                <a:schemeClr val="dk1"/>
              </a:buClr>
              <a:buSzPts val="11600"/>
              <a:buChar char="•"/>
              <a:defRPr sz="11600"/>
            </a:lvl1pPr>
            <a:lvl2pPr indent="-838200" lvl="1" marL="914400" algn="l">
              <a:spcBef>
                <a:spcPts val="1900"/>
              </a:spcBef>
              <a:spcAft>
                <a:spcPts val="0"/>
              </a:spcAft>
              <a:buClr>
                <a:schemeClr val="dk1"/>
              </a:buClr>
              <a:buSzPts val="9600"/>
              <a:buChar char="–"/>
              <a:defRPr sz="9600"/>
            </a:lvl2pPr>
            <a:lvl3pPr indent="-774700" lvl="2" marL="1371600" algn="l">
              <a:spcBef>
                <a:spcPts val="1700"/>
              </a:spcBef>
              <a:spcAft>
                <a:spcPts val="0"/>
              </a:spcAft>
              <a:buClr>
                <a:schemeClr val="dk1"/>
              </a:buClr>
              <a:buSzPts val="8600"/>
              <a:buChar char="•"/>
              <a:defRPr sz="8600"/>
            </a:lvl3pPr>
            <a:lvl4pPr indent="-711200" lvl="3" marL="1828800" algn="l">
              <a:spcBef>
                <a:spcPts val="1500"/>
              </a:spcBef>
              <a:spcAft>
                <a:spcPts val="0"/>
              </a:spcAft>
              <a:buClr>
                <a:schemeClr val="dk1"/>
              </a:buClr>
              <a:buSzPts val="7600"/>
              <a:buChar char="–"/>
              <a:defRPr sz="7600"/>
            </a:lvl4pPr>
            <a:lvl5pPr indent="-711200" lvl="4" marL="2286000" algn="l">
              <a:spcBef>
                <a:spcPts val="1500"/>
              </a:spcBef>
              <a:spcAft>
                <a:spcPts val="0"/>
              </a:spcAft>
              <a:buClr>
                <a:schemeClr val="dk1"/>
              </a:buClr>
              <a:buSzPts val="7600"/>
              <a:buChar char="»"/>
              <a:defRPr sz="7600"/>
            </a:lvl5pPr>
            <a:lvl6pPr indent="-711200" lvl="5" marL="2743200" algn="l">
              <a:spcBef>
                <a:spcPts val="1500"/>
              </a:spcBef>
              <a:spcAft>
                <a:spcPts val="0"/>
              </a:spcAft>
              <a:buClr>
                <a:schemeClr val="dk1"/>
              </a:buClr>
              <a:buSzPts val="7600"/>
              <a:buChar char="•"/>
              <a:defRPr sz="7600"/>
            </a:lvl6pPr>
            <a:lvl7pPr indent="-711200" lvl="6" marL="3200400" algn="l">
              <a:spcBef>
                <a:spcPts val="1500"/>
              </a:spcBef>
              <a:spcAft>
                <a:spcPts val="0"/>
              </a:spcAft>
              <a:buClr>
                <a:schemeClr val="dk1"/>
              </a:buClr>
              <a:buSzPts val="7600"/>
              <a:buChar char="•"/>
              <a:defRPr sz="7600"/>
            </a:lvl7pPr>
            <a:lvl8pPr indent="-711200" lvl="7" marL="3657600" algn="l">
              <a:spcBef>
                <a:spcPts val="1500"/>
              </a:spcBef>
              <a:spcAft>
                <a:spcPts val="0"/>
              </a:spcAft>
              <a:buClr>
                <a:schemeClr val="dk1"/>
              </a:buClr>
              <a:buSzPts val="7600"/>
              <a:buChar char="•"/>
              <a:defRPr sz="7600"/>
            </a:lvl8pPr>
            <a:lvl9pPr indent="-711200" lvl="8" marL="4114800" algn="l">
              <a:spcBef>
                <a:spcPts val="1500"/>
              </a:spcBef>
              <a:spcAft>
                <a:spcPts val="0"/>
              </a:spcAft>
              <a:buClr>
                <a:schemeClr val="dk1"/>
              </a:buClr>
              <a:buSzPts val="7600"/>
              <a:buChar char="•"/>
              <a:defRPr sz="7600"/>
            </a:lvl9pPr>
          </a:lstStyle>
          <a:p/>
        </p:txBody>
      </p:sp>
      <p:sp>
        <p:nvSpPr>
          <p:cNvPr id="44" name="Google Shape;44;p6"/>
          <p:cNvSpPr txBox="1"/>
          <p:nvPr>
            <p:ph idx="3" type="body"/>
          </p:nvPr>
        </p:nvSpPr>
        <p:spPr>
          <a:xfrm>
            <a:off x="22296122" y="7368542"/>
            <a:ext cx="19400400" cy="3070800"/>
          </a:xfrm>
          <a:prstGeom prst="rect">
            <a:avLst/>
          </a:prstGeom>
          <a:noFill/>
          <a:ln>
            <a:noFill/>
          </a:ln>
        </p:spPr>
        <p:txBody>
          <a:bodyPr anchorCtr="0" anchor="b" bIns="219450" lIns="438900" spcFirstLastPara="1" rIns="438900" wrap="square" tIns="219450">
            <a:noAutofit/>
          </a:bodyPr>
          <a:lstStyle>
            <a:lvl1pPr indent="-228600" lvl="0" marL="457200" algn="l">
              <a:spcBef>
                <a:spcPts val="2300"/>
              </a:spcBef>
              <a:spcAft>
                <a:spcPts val="0"/>
              </a:spcAft>
              <a:buClr>
                <a:schemeClr val="dk1"/>
              </a:buClr>
              <a:buSzPts val="11600"/>
              <a:buNone/>
              <a:defRPr b="1" sz="11600"/>
            </a:lvl1pPr>
            <a:lvl2pPr indent="-228600" lvl="1" marL="914400" algn="l">
              <a:spcBef>
                <a:spcPts val="1900"/>
              </a:spcBef>
              <a:spcAft>
                <a:spcPts val="0"/>
              </a:spcAft>
              <a:buClr>
                <a:schemeClr val="dk1"/>
              </a:buClr>
              <a:buSzPts val="9600"/>
              <a:buNone/>
              <a:defRPr b="1" sz="9600"/>
            </a:lvl2pPr>
            <a:lvl3pPr indent="-228600" lvl="2" marL="1371600" algn="l">
              <a:spcBef>
                <a:spcPts val="1700"/>
              </a:spcBef>
              <a:spcAft>
                <a:spcPts val="0"/>
              </a:spcAft>
              <a:buClr>
                <a:schemeClr val="dk1"/>
              </a:buClr>
              <a:buSzPts val="8600"/>
              <a:buNone/>
              <a:defRPr b="1" sz="8600"/>
            </a:lvl3pPr>
            <a:lvl4pPr indent="-228600" lvl="3" marL="1828800" algn="l">
              <a:spcBef>
                <a:spcPts val="1500"/>
              </a:spcBef>
              <a:spcAft>
                <a:spcPts val="0"/>
              </a:spcAft>
              <a:buClr>
                <a:schemeClr val="dk1"/>
              </a:buClr>
              <a:buSzPts val="7600"/>
              <a:buNone/>
              <a:defRPr b="1" sz="7600"/>
            </a:lvl4pPr>
            <a:lvl5pPr indent="-228600" lvl="4" marL="2286000" algn="l">
              <a:spcBef>
                <a:spcPts val="1500"/>
              </a:spcBef>
              <a:spcAft>
                <a:spcPts val="0"/>
              </a:spcAft>
              <a:buClr>
                <a:schemeClr val="dk1"/>
              </a:buClr>
              <a:buSzPts val="7600"/>
              <a:buNone/>
              <a:defRPr b="1" sz="7600"/>
            </a:lvl5pPr>
            <a:lvl6pPr indent="-228600" lvl="5" marL="2743200" algn="l">
              <a:spcBef>
                <a:spcPts val="1500"/>
              </a:spcBef>
              <a:spcAft>
                <a:spcPts val="0"/>
              </a:spcAft>
              <a:buClr>
                <a:schemeClr val="dk1"/>
              </a:buClr>
              <a:buSzPts val="7600"/>
              <a:buNone/>
              <a:defRPr b="1" sz="7600"/>
            </a:lvl6pPr>
            <a:lvl7pPr indent="-228600" lvl="6" marL="3200400" algn="l">
              <a:spcBef>
                <a:spcPts val="1500"/>
              </a:spcBef>
              <a:spcAft>
                <a:spcPts val="0"/>
              </a:spcAft>
              <a:buClr>
                <a:schemeClr val="dk1"/>
              </a:buClr>
              <a:buSzPts val="7600"/>
              <a:buNone/>
              <a:defRPr b="1" sz="7600"/>
            </a:lvl7pPr>
            <a:lvl8pPr indent="-228600" lvl="7" marL="3657600" algn="l">
              <a:spcBef>
                <a:spcPts val="1500"/>
              </a:spcBef>
              <a:spcAft>
                <a:spcPts val="0"/>
              </a:spcAft>
              <a:buClr>
                <a:schemeClr val="dk1"/>
              </a:buClr>
              <a:buSzPts val="7600"/>
              <a:buNone/>
              <a:defRPr b="1" sz="7600"/>
            </a:lvl8pPr>
            <a:lvl9pPr indent="-228600" lvl="8" marL="4114800" algn="l">
              <a:spcBef>
                <a:spcPts val="1500"/>
              </a:spcBef>
              <a:spcAft>
                <a:spcPts val="0"/>
              </a:spcAft>
              <a:buClr>
                <a:schemeClr val="dk1"/>
              </a:buClr>
              <a:buSzPts val="7600"/>
              <a:buNone/>
              <a:defRPr b="1" sz="7600"/>
            </a:lvl9pPr>
          </a:lstStyle>
          <a:p/>
        </p:txBody>
      </p:sp>
      <p:sp>
        <p:nvSpPr>
          <p:cNvPr id="45" name="Google Shape;45;p6"/>
          <p:cNvSpPr txBox="1"/>
          <p:nvPr>
            <p:ph idx="4" type="body"/>
          </p:nvPr>
        </p:nvSpPr>
        <p:spPr>
          <a:xfrm>
            <a:off x="22296122" y="10439400"/>
            <a:ext cx="19400400" cy="18966300"/>
          </a:xfrm>
          <a:prstGeom prst="rect">
            <a:avLst/>
          </a:prstGeom>
          <a:noFill/>
          <a:ln>
            <a:noFill/>
          </a:ln>
        </p:spPr>
        <p:txBody>
          <a:bodyPr anchorCtr="0" anchor="t" bIns="219450" lIns="438900" spcFirstLastPara="1" rIns="438900" wrap="square" tIns="219450">
            <a:noAutofit/>
          </a:bodyPr>
          <a:lstStyle>
            <a:lvl1pPr indent="-965200" lvl="0" marL="457200" algn="l">
              <a:spcBef>
                <a:spcPts val="2300"/>
              </a:spcBef>
              <a:spcAft>
                <a:spcPts val="0"/>
              </a:spcAft>
              <a:buClr>
                <a:schemeClr val="dk1"/>
              </a:buClr>
              <a:buSzPts val="11600"/>
              <a:buChar char="•"/>
              <a:defRPr sz="11600"/>
            </a:lvl1pPr>
            <a:lvl2pPr indent="-838200" lvl="1" marL="914400" algn="l">
              <a:spcBef>
                <a:spcPts val="1900"/>
              </a:spcBef>
              <a:spcAft>
                <a:spcPts val="0"/>
              </a:spcAft>
              <a:buClr>
                <a:schemeClr val="dk1"/>
              </a:buClr>
              <a:buSzPts val="9600"/>
              <a:buChar char="–"/>
              <a:defRPr sz="9600"/>
            </a:lvl2pPr>
            <a:lvl3pPr indent="-774700" lvl="2" marL="1371600" algn="l">
              <a:spcBef>
                <a:spcPts val="1700"/>
              </a:spcBef>
              <a:spcAft>
                <a:spcPts val="0"/>
              </a:spcAft>
              <a:buClr>
                <a:schemeClr val="dk1"/>
              </a:buClr>
              <a:buSzPts val="8600"/>
              <a:buChar char="•"/>
              <a:defRPr sz="8600"/>
            </a:lvl3pPr>
            <a:lvl4pPr indent="-711200" lvl="3" marL="1828800" algn="l">
              <a:spcBef>
                <a:spcPts val="1500"/>
              </a:spcBef>
              <a:spcAft>
                <a:spcPts val="0"/>
              </a:spcAft>
              <a:buClr>
                <a:schemeClr val="dk1"/>
              </a:buClr>
              <a:buSzPts val="7600"/>
              <a:buChar char="–"/>
              <a:defRPr sz="7600"/>
            </a:lvl4pPr>
            <a:lvl5pPr indent="-711200" lvl="4" marL="2286000" algn="l">
              <a:spcBef>
                <a:spcPts val="1500"/>
              </a:spcBef>
              <a:spcAft>
                <a:spcPts val="0"/>
              </a:spcAft>
              <a:buClr>
                <a:schemeClr val="dk1"/>
              </a:buClr>
              <a:buSzPts val="7600"/>
              <a:buChar char="»"/>
              <a:defRPr sz="7600"/>
            </a:lvl5pPr>
            <a:lvl6pPr indent="-711200" lvl="5" marL="2743200" algn="l">
              <a:spcBef>
                <a:spcPts val="1500"/>
              </a:spcBef>
              <a:spcAft>
                <a:spcPts val="0"/>
              </a:spcAft>
              <a:buClr>
                <a:schemeClr val="dk1"/>
              </a:buClr>
              <a:buSzPts val="7600"/>
              <a:buChar char="•"/>
              <a:defRPr sz="7600"/>
            </a:lvl6pPr>
            <a:lvl7pPr indent="-711200" lvl="6" marL="3200400" algn="l">
              <a:spcBef>
                <a:spcPts val="1500"/>
              </a:spcBef>
              <a:spcAft>
                <a:spcPts val="0"/>
              </a:spcAft>
              <a:buClr>
                <a:schemeClr val="dk1"/>
              </a:buClr>
              <a:buSzPts val="7600"/>
              <a:buChar char="•"/>
              <a:defRPr sz="7600"/>
            </a:lvl7pPr>
            <a:lvl8pPr indent="-711200" lvl="7" marL="3657600" algn="l">
              <a:spcBef>
                <a:spcPts val="1500"/>
              </a:spcBef>
              <a:spcAft>
                <a:spcPts val="0"/>
              </a:spcAft>
              <a:buClr>
                <a:schemeClr val="dk1"/>
              </a:buClr>
              <a:buSzPts val="7600"/>
              <a:buChar char="•"/>
              <a:defRPr sz="7600"/>
            </a:lvl8pPr>
            <a:lvl9pPr indent="-711200" lvl="8" marL="4114800" algn="l">
              <a:spcBef>
                <a:spcPts val="1500"/>
              </a:spcBef>
              <a:spcAft>
                <a:spcPts val="0"/>
              </a:spcAft>
              <a:buClr>
                <a:schemeClr val="dk1"/>
              </a:buClr>
              <a:buSzPts val="7600"/>
              <a:buChar char="•"/>
              <a:defRPr sz="7600"/>
            </a:lvl9pPr>
          </a:lstStyle>
          <a:p/>
        </p:txBody>
      </p:sp>
      <p:sp>
        <p:nvSpPr>
          <p:cNvPr id="46" name="Google Shape;46;p6"/>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47" name="Google Shape;47;p6"/>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48" name="Google Shape;48;p6"/>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Clr>
                <a:schemeClr val="dk1"/>
              </a:buClr>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1" name="Google Shape;51;p7"/>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2" name="Google Shape;52;p7"/>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3" name="Google Shape;53;p7"/>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6" name="Google Shape;56;p8"/>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7" name="Google Shape;57;p8"/>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2194562" y="1310640"/>
            <a:ext cx="14439900" cy="5577900"/>
          </a:xfrm>
          <a:prstGeom prst="rect">
            <a:avLst/>
          </a:prstGeom>
          <a:noFill/>
          <a:ln>
            <a:noFill/>
          </a:ln>
        </p:spPr>
        <p:txBody>
          <a:bodyPr anchorCtr="0" anchor="b" bIns="219450" lIns="438900" spcFirstLastPara="1" rIns="438900" wrap="square" tIns="219450">
            <a:noAutofit/>
          </a:bodyPr>
          <a:lstStyle>
            <a:lvl1pPr lvl="0" algn="l">
              <a:spcBef>
                <a:spcPts val="0"/>
              </a:spcBef>
              <a:spcAft>
                <a:spcPts val="0"/>
              </a:spcAft>
              <a:buClr>
                <a:schemeClr val="dk1"/>
              </a:buClr>
              <a:buSzPts val="9600"/>
              <a:buFont typeface="Calibri"/>
              <a:buNone/>
              <a:defRPr b="1" sz="9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9"/>
          <p:cNvSpPr txBox="1"/>
          <p:nvPr>
            <p:ph idx="1" type="body"/>
          </p:nvPr>
        </p:nvSpPr>
        <p:spPr>
          <a:xfrm>
            <a:off x="17160241" y="1310642"/>
            <a:ext cx="24536400" cy="28095000"/>
          </a:xfrm>
          <a:prstGeom prst="rect">
            <a:avLst/>
          </a:prstGeom>
          <a:noFill/>
          <a:ln>
            <a:noFill/>
          </a:ln>
        </p:spPr>
        <p:txBody>
          <a:bodyPr anchorCtr="0" anchor="t" bIns="219450" lIns="438900" spcFirstLastPara="1" rIns="438900" wrap="square" tIns="219450">
            <a:noAutofit/>
          </a:bodyPr>
          <a:lstStyle>
            <a:lvl1pPr indent="-1206500" lvl="0" marL="457200" algn="l">
              <a:spcBef>
                <a:spcPts val="3100"/>
              </a:spcBef>
              <a:spcAft>
                <a:spcPts val="0"/>
              </a:spcAft>
              <a:buClr>
                <a:schemeClr val="dk1"/>
              </a:buClr>
              <a:buSzPts val="15400"/>
              <a:buChar char="•"/>
              <a:defRPr sz="15400"/>
            </a:lvl1pPr>
            <a:lvl2pPr indent="-1079500" lvl="1" marL="914400" algn="l">
              <a:spcBef>
                <a:spcPts val="2700"/>
              </a:spcBef>
              <a:spcAft>
                <a:spcPts val="0"/>
              </a:spcAft>
              <a:buClr>
                <a:schemeClr val="dk1"/>
              </a:buClr>
              <a:buSzPts val="13400"/>
              <a:buChar char="–"/>
              <a:defRPr sz="13400"/>
            </a:lvl2pPr>
            <a:lvl3pPr indent="-965200" lvl="2" marL="1371600" algn="l">
              <a:spcBef>
                <a:spcPts val="2300"/>
              </a:spcBef>
              <a:spcAft>
                <a:spcPts val="0"/>
              </a:spcAft>
              <a:buClr>
                <a:schemeClr val="dk1"/>
              </a:buClr>
              <a:buSzPts val="11600"/>
              <a:buChar char="•"/>
              <a:defRPr sz="11600"/>
            </a:lvl3pPr>
            <a:lvl4pPr indent="-838200" lvl="3" marL="1828800" algn="l">
              <a:spcBef>
                <a:spcPts val="1900"/>
              </a:spcBef>
              <a:spcAft>
                <a:spcPts val="0"/>
              </a:spcAft>
              <a:buClr>
                <a:schemeClr val="dk1"/>
              </a:buClr>
              <a:buSzPts val="9600"/>
              <a:buChar char="–"/>
              <a:defRPr sz="9600"/>
            </a:lvl4pPr>
            <a:lvl5pPr indent="-838200" lvl="4" marL="2286000" algn="l">
              <a:spcBef>
                <a:spcPts val="1900"/>
              </a:spcBef>
              <a:spcAft>
                <a:spcPts val="0"/>
              </a:spcAft>
              <a:buClr>
                <a:schemeClr val="dk1"/>
              </a:buClr>
              <a:buSzPts val="9600"/>
              <a:buChar char="»"/>
              <a:defRPr sz="9600"/>
            </a:lvl5pPr>
            <a:lvl6pPr indent="-838200" lvl="5" marL="2743200" algn="l">
              <a:spcBef>
                <a:spcPts val="1900"/>
              </a:spcBef>
              <a:spcAft>
                <a:spcPts val="0"/>
              </a:spcAft>
              <a:buClr>
                <a:schemeClr val="dk1"/>
              </a:buClr>
              <a:buSzPts val="9600"/>
              <a:buChar char="•"/>
              <a:defRPr sz="9600"/>
            </a:lvl6pPr>
            <a:lvl7pPr indent="-838200" lvl="6" marL="3200400" algn="l">
              <a:spcBef>
                <a:spcPts val="1900"/>
              </a:spcBef>
              <a:spcAft>
                <a:spcPts val="0"/>
              </a:spcAft>
              <a:buClr>
                <a:schemeClr val="dk1"/>
              </a:buClr>
              <a:buSzPts val="9600"/>
              <a:buChar char="•"/>
              <a:defRPr sz="9600"/>
            </a:lvl7pPr>
            <a:lvl8pPr indent="-838200" lvl="7" marL="3657600" algn="l">
              <a:spcBef>
                <a:spcPts val="1900"/>
              </a:spcBef>
              <a:spcAft>
                <a:spcPts val="0"/>
              </a:spcAft>
              <a:buClr>
                <a:schemeClr val="dk1"/>
              </a:buClr>
              <a:buSzPts val="9600"/>
              <a:buChar char="•"/>
              <a:defRPr sz="9600"/>
            </a:lvl8pPr>
            <a:lvl9pPr indent="-838200" lvl="8" marL="4114800" algn="l">
              <a:spcBef>
                <a:spcPts val="1900"/>
              </a:spcBef>
              <a:spcAft>
                <a:spcPts val="0"/>
              </a:spcAft>
              <a:buClr>
                <a:schemeClr val="dk1"/>
              </a:buClr>
              <a:buSzPts val="9600"/>
              <a:buChar char="•"/>
              <a:defRPr sz="9600"/>
            </a:lvl9pPr>
          </a:lstStyle>
          <a:p/>
        </p:txBody>
      </p:sp>
      <p:sp>
        <p:nvSpPr>
          <p:cNvPr id="61" name="Google Shape;61;p9"/>
          <p:cNvSpPr txBox="1"/>
          <p:nvPr>
            <p:ph idx="2" type="body"/>
          </p:nvPr>
        </p:nvSpPr>
        <p:spPr>
          <a:xfrm>
            <a:off x="2194562" y="6888482"/>
            <a:ext cx="14439900" cy="22517100"/>
          </a:xfrm>
          <a:prstGeom prst="rect">
            <a:avLst/>
          </a:prstGeom>
          <a:noFill/>
          <a:ln>
            <a:noFill/>
          </a:ln>
        </p:spPr>
        <p:txBody>
          <a:bodyPr anchorCtr="0" anchor="t" bIns="219450" lIns="438900" spcFirstLastPara="1" rIns="438900" wrap="square" tIns="219450">
            <a:noAutofit/>
          </a:bodyPr>
          <a:lstStyle>
            <a:lvl1pPr indent="-228600" lvl="0" marL="457200" algn="l">
              <a:spcBef>
                <a:spcPts val="1400"/>
              </a:spcBef>
              <a:spcAft>
                <a:spcPts val="0"/>
              </a:spcAft>
              <a:buClr>
                <a:schemeClr val="dk1"/>
              </a:buClr>
              <a:buSzPts val="6800"/>
              <a:buNone/>
              <a:defRPr sz="6800"/>
            </a:lvl1pPr>
            <a:lvl2pPr indent="-228600" lvl="1" marL="914400" algn="l">
              <a:spcBef>
                <a:spcPts val="1200"/>
              </a:spcBef>
              <a:spcAft>
                <a:spcPts val="0"/>
              </a:spcAft>
              <a:buClr>
                <a:schemeClr val="dk1"/>
              </a:buClr>
              <a:buSzPts val="5800"/>
              <a:buNone/>
              <a:defRPr sz="5800"/>
            </a:lvl2pPr>
            <a:lvl3pPr indent="-228600" lvl="2" marL="1371600" algn="l">
              <a:spcBef>
                <a:spcPts val="1000"/>
              </a:spcBef>
              <a:spcAft>
                <a:spcPts val="0"/>
              </a:spcAft>
              <a:buClr>
                <a:schemeClr val="dk1"/>
              </a:buClr>
              <a:buSzPts val="4800"/>
              <a:buNone/>
              <a:defRPr sz="4800"/>
            </a:lvl3pPr>
            <a:lvl4pPr indent="-228600" lvl="3" marL="1828800" algn="l">
              <a:spcBef>
                <a:spcPts val="900"/>
              </a:spcBef>
              <a:spcAft>
                <a:spcPts val="0"/>
              </a:spcAft>
              <a:buClr>
                <a:schemeClr val="dk1"/>
              </a:buClr>
              <a:buSzPts val="4400"/>
              <a:buNone/>
              <a:defRPr sz="4400"/>
            </a:lvl4pPr>
            <a:lvl5pPr indent="-228600" lvl="4" marL="2286000" algn="l">
              <a:spcBef>
                <a:spcPts val="900"/>
              </a:spcBef>
              <a:spcAft>
                <a:spcPts val="0"/>
              </a:spcAft>
              <a:buClr>
                <a:schemeClr val="dk1"/>
              </a:buClr>
              <a:buSzPts val="4400"/>
              <a:buNone/>
              <a:defRPr sz="4400"/>
            </a:lvl5pPr>
            <a:lvl6pPr indent="-228600" lvl="5" marL="2743200" algn="l">
              <a:spcBef>
                <a:spcPts val="900"/>
              </a:spcBef>
              <a:spcAft>
                <a:spcPts val="0"/>
              </a:spcAft>
              <a:buClr>
                <a:schemeClr val="dk1"/>
              </a:buClr>
              <a:buSzPts val="4400"/>
              <a:buNone/>
              <a:defRPr sz="4400"/>
            </a:lvl6pPr>
            <a:lvl7pPr indent="-228600" lvl="6" marL="3200400" algn="l">
              <a:spcBef>
                <a:spcPts val="900"/>
              </a:spcBef>
              <a:spcAft>
                <a:spcPts val="0"/>
              </a:spcAft>
              <a:buClr>
                <a:schemeClr val="dk1"/>
              </a:buClr>
              <a:buSzPts val="4400"/>
              <a:buNone/>
              <a:defRPr sz="4400"/>
            </a:lvl7pPr>
            <a:lvl8pPr indent="-228600" lvl="7" marL="3657600" algn="l">
              <a:spcBef>
                <a:spcPts val="900"/>
              </a:spcBef>
              <a:spcAft>
                <a:spcPts val="0"/>
              </a:spcAft>
              <a:buClr>
                <a:schemeClr val="dk1"/>
              </a:buClr>
              <a:buSzPts val="4400"/>
              <a:buNone/>
              <a:defRPr sz="4400"/>
            </a:lvl8pPr>
            <a:lvl9pPr indent="-228600" lvl="8" marL="4114800" algn="l">
              <a:spcBef>
                <a:spcPts val="900"/>
              </a:spcBef>
              <a:spcAft>
                <a:spcPts val="0"/>
              </a:spcAft>
              <a:buClr>
                <a:schemeClr val="dk1"/>
              </a:buClr>
              <a:buSzPts val="4400"/>
              <a:buNone/>
              <a:defRPr sz="4400"/>
            </a:lvl9pPr>
          </a:lstStyle>
          <a:p/>
        </p:txBody>
      </p:sp>
      <p:sp>
        <p:nvSpPr>
          <p:cNvPr id="62" name="Google Shape;62;p9"/>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63" name="Google Shape;63;p9"/>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64" name="Google Shape;64;p9"/>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602982" y="23042880"/>
            <a:ext cx="26334600" cy="2720400"/>
          </a:xfrm>
          <a:prstGeom prst="rect">
            <a:avLst/>
          </a:prstGeom>
          <a:noFill/>
          <a:ln>
            <a:noFill/>
          </a:ln>
        </p:spPr>
        <p:txBody>
          <a:bodyPr anchorCtr="0" anchor="b" bIns="219450" lIns="438900" spcFirstLastPara="1" rIns="438900" wrap="square" tIns="219450">
            <a:noAutofit/>
          </a:bodyPr>
          <a:lstStyle>
            <a:lvl1pPr lvl="0" algn="l">
              <a:spcBef>
                <a:spcPts val="0"/>
              </a:spcBef>
              <a:spcAft>
                <a:spcPts val="0"/>
              </a:spcAft>
              <a:buClr>
                <a:schemeClr val="dk1"/>
              </a:buClr>
              <a:buSzPts val="9600"/>
              <a:buFont typeface="Calibri"/>
              <a:buNone/>
              <a:defRPr b="1" sz="9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0"/>
          <p:cNvSpPr/>
          <p:nvPr>
            <p:ph idx="2" type="pic"/>
          </p:nvPr>
        </p:nvSpPr>
        <p:spPr>
          <a:xfrm>
            <a:off x="8602982" y="2941320"/>
            <a:ext cx="26334600" cy="19751100"/>
          </a:xfrm>
          <a:prstGeom prst="rect">
            <a:avLst/>
          </a:prstGeom>
          <a:noFill/>
          <a:ln>
            <a:noFill/>
          </a:ln>
        </p:spPr>
        <p:txBody>
          <a:bodyPr anchorCtr="0" anchor="t" bIns="219450" lIns="438900" spcFirstLastPara="1" rIns="438900" wrap="square" tIns="219450">
            <a:noAutofit/>
          </a:bodyPr>
          <a:lstStyle>
            <a:lvl1pPr lvl="0" marR="0" rtl="0" algn="l">
              <a:spcBef>
                <a:spcPts val="3100"/>
              </a:spcBef>
              <a:spcAft>
                <a:spcPts val="0"/>
              </a:spcAft>
              <a:buClr>
                <a:schemeClr val="dk1"/>
              </a:buClr>
              <a:buSzPts val="15400"/>
              <a:buFont typeface="Arial"/>
              <a:buNone/>
              <a:defRPr b="0" i="0" sz="15400" u="none" cap="none" strike="noStrike">
                <a:solidFill>
                  <a:schemeClr val="dk1"/>
                </a:solidFill>
                <a:latin typeface="Calibri"/>
                <a:ea typeface="Calibri"/>
                <a:cs typeface="Calibri"/>
                <a:sym typeface="Calibri"/>
              </a:defRPr>
            </a:lvl1pPr>
            <a:lvl2pPr lvl="1" marR="0" rtl="0" algn="l">
              <a:spcBef>
                <a:spcPts val="2700"/>
              </a:spcBef>
              <a:spcAft>
                <a:spcPts val="0"/>
              </a:spcAft>
              <a:buClr>
                <a:schemeClr val="dk1"/>
              </a:buClr>
              <a:buSzPts val="13400"/>
              <a:buFont typeface="Arial"/>
              <a:buNone/>
              <a:defRPr b="0" i="0" sz="13400" u="none" cap="none" strike="noStrike">
                <a:solidFill>
                  <a:schemeClr val="dk1"/>
                </a:solidFill>
                <a:latin typeface="Calibri"/>
                <a:ea typeface="Calibri"/>
                <a:cs typeface="Calibri"/>
                <a:sym typeface="Calibri"/>
              </a:defRPr>
            </a:lvl2pPr>
            <a:lvl3pPr lvl="2" marR="0" rtl="0" algn="l">
              <a:spcBef>
                <a:spcPts val="2300"/>
              </a:spcBef>
              <a:spcAft>
                <a:spcPts val="0"/>
              </a:spcAft>
              <a:buClr>
                <a:schemeClr val="dk1"/>
              </a:buClr>
              <a:buSzPts val="11600"/>
              <a:buFont typeface="Arial"/>
              <a:buNone/>
              <a:defRPr b="0" i="0" sz="11600" u="none" cap="none" strike="noStrike">
                <a:solidFill>
                  <a:schemeClr val="dk1"/>
                </a:solidFill>
                <a:latin typeface="Calibri"/>
                <a:ea typeface="Calibri"/>
                <a:cs typeface="Calibri"/>
                <a:sym typeface="Calibri"/>
              </a:defRPr>
            </a:lvl3pPr>
            <a:lvl4pPr lvl="3" marR="0" rtl="0" algn="l">
              <a:spcBef>
                <a:spcPts val="1900"/>
              </a:spcBef>
              <a:spcAft>
                <a:spcPts val="0"/>
              </a:spcAft>
              <a:buClr>
                <a:schemeClr val="dk1"/>
              </a:buClr>
              <a:buSzPts val="9600"/>
              <a:buFont typeface="Arial"/>
              <a:buNone/>
              <a:defRPr b="0" i="0" sz="9600" u="none" cap="none" strike="noStrike">
                <a:solidFill>
                  <a:schemeClr val="dk1"/>
                </a:solidFill>
                <a:latin typeface="Calibri"/>
                <a:ea typeface="Calibri"/>
                <a:cs typeface="Calibri"/>
                <a:sym typeface="Calibri"/>
              </a:defRPr>
            </a:lvl4pPr>
            <a:lvl5pPr lvl="4" marR="0" rtl="0" algn="l">
              <a:spcBef>
                <a:spcPts val="1900"/>
              </a:spcBef>
              <a:spcAft>
                <a:spcPts val="0"/>
              </a:spcAft>
              <a:buClr>
                <a:schemeClr val="dk1"/>
              </a:buClr>
              <a:buSzPts val="9600"/>
              <a:buFont typeface="Arial"/>
              <a:buNone/>
              <a:defRPr b="0" i="0" sz="9600" u="none" cap="none" strike="noStrike">
                <a:solidFill>
                  <a:schemeClr val="dk1"/>
                </a:solidFill>
                <a:latin typeface="Calibri"/>
                <a:ea typeface="Calibri"/>
                <a:cs typeface="Calibri"/>
                <a:sym typeface="Calibri"/>
              </a:defRPr>
            </a:lvl5pPr>
            <a:lvl6pPr lvl="5" marR="0" rtl="0" algn="l">
              <a:spcBef>
                <a:spcPts val="1900"/>
              </a:spcBef>
              <a:spcAft>
                <a:spcPts val="0"/>
              </a:spcAft>
              <a:buClr>
                <a:schemeClr val="dk1"/>
              </a:buClr>
              <a:buSzPts val="9600"/>
              <a:buFont typeface="Arial"/>
              <a:buNone/>
              <a:defRPr b="0" i="0" sz="9600" u="none" cap="none" strike="noStrike">
                <a:solidFill>
                  <a:schemeClr val="dk1"/>
                </a:solidFill>
                <a:latin typeface="Calibri"/>
                <a:ea typeface="Calibri"/>
                <a:cs typeface="Calibri"/>
                <a:sym typeface="Calibri"/>
              </a:defRPr>
            </a:lvl6pPr>
            <a:lvl7pPr lvl="6" marR="0" rtl="0" algn="l">
              <a:spcBef>
                <a:spcPts val="1900"/>
              </a:spcBef>
              <a:spcAft>
                <a:spcPts val="0"/>
              </a:spcAft>
              <a:buClr>
                <a:schemeClr val="dk1"/>
              </a:buClr>
              <a:buSzPts val="9600"/>
              <a:buFont typeface="Arial"/>
              <a:buNone/>
              <a:defRPr b="0" i="0" sz="9600" u="none" cap="none" strike="noStrike">
                <a:solidFill>
                  <a:schemeClr val="dk1"/>
                </a:solidFill>
                <a:latin typeface="Calibri"/>
                <a:ea typeface="Calibri"/>
                <a:cs typeface="Calibri"/>
                <a:sym typeface="Calibri"/>
              </a:defRPr>
            </a:lvl7pPr>
            <a:lvl8pPr lvl="7" marR="0" rtl="0" algn="l">
              <a:spcBef>
                <a:spcPts val="1900"/>
              </a:spcBef>
              <a:spcAft>
                <a:spcPts val="0"/>
              </a:spcAft>
              <a:buClr>
                <a:schemeClr val="dk1"/>
              </a:buClr>
              <a:buSzPts val="9600"/>
              <a:buFont typeface="Arial"/>
              <a:buNone/>
              <a:defRPr b="0" i="0" sz="9600" u="none" cap="none" strike="noStrike">
                <a:solidFill>
                  <a:schemeClr val="dk1"/>
                </a:solidFill>
                <a:latin typeface="Calibri"/>
                <a:ea typeface="Calibri"/>
                <a:cs typeface="Calibri"/>
                <a:sym typeface="Calibri"/>
              </a:defRPr>
            </a:lvl8pPr>
            <a:lvl9pPr lvl="8" marR="0" rtl="0" algn="l">
              <a:spcBef>
                <a:spcPts val="1900"/>
              </a:spcBef>
              <a:spcAft>
                <a:spcPts val="0"/>
              </a:spcAft>
              <a:buClr>
                <a:schemeClr val="dk1"/>
              </a:buClr>
              <a:buSzPts val="9600"/>
              <a:buFont typeface="Arial"/>
              <a:buNone/>
              <a:defRPr b="0" i="0" sz="96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8602982" y="25763222"/>
            <a:ext cx="26334600" cy="3863400"/>
          </a:xfrm>
          <a:prstGeom prst="rect">
            <a:avLst/>
          </a:prstGeom>
          <a:noFill/>
          <a:ln>
            <a:noFill/>
          </a:ln>
        </p:spPr>
        <p:txBody>
          <a:bodyPr anchorCtr="0" anchor="t" bIns="219450" lIns="438900" spcFirstLastPara="1" rIns="438900" wrap="square" tIns="219450">
            <a:noAutofit/>
          </a:bodyPr>
          <a:lstStyle>
            <a:lvl1pPr indent="-228600" lvl="0" marL="457200" algn="l">
              <a:spcBef>
                <a:spcPts val="1400"/>
              </a:spcBef>
              <a:spcAft>
                <a:spcPts val="0"/>
              </a:spcAft>
              <a:buClr>
                <a:schemeClr val="dk1"/>
              </a:buClr>
              <a:buSzPts val="6800"/>
              <a:buNone/>
              <a:defRPr sz="6800"/>
            </a:lvl1pPr>
            <a:lvl2pPr indent="-228600" lvl="1" marL="914400" algn="l">
              <a:spcBef>
                <a:spcPts val="1200"/>
              </a:spcBef>
              <a:spcAft>
                <a:spcPts val="0"/>
              </a:spcAft>
              <a:buClr>
                <a:schemeClr val="dk1"/>
              </a:buClr>
              <a:buSzPts val="5800"/>
              <a:buNone/>
              <a:defRPr sz="5800"/>
            </a:lvl2pPr>
            <a:lvl3pPr indent="-228600" lvl="2" marL="1371600" algn="l">
              <a:spcBef>
                <a:spcPts val="1000"/>
              </a:spcBef>
              <a:spcAft>
                <a:spcPts val="0"/>
              </a:spcAft>
              <a:buClr>
                <a:schemeClr val="dk1"/>
              </a:buClr>
              <a:buSzPts val="4800"/>
              <a:buNone/>
              <a:defRPr sz="4800"/>
            </a:lvl3pPr>
            <a:lvl4pPr indent="-228600" lvl="3" marL="1828800" algn="l">
              <a:spcBef>
                <a:spcPts val="900"/>
              </a:spcBef>
              <a:spcAft>
                <a:spcPts val="0"/>
              </a:spcAft>
              <a:buClr>
                <a:schemeClr val="dk1"/>
              </a:buClr>
              <a:buSzPts val="4400"/>
              <a:buNone/>
              <a:defRPr sz="4400"/>
            </a:lvl4pPr>
            <a:lvl5pPr indent="-228600" lvl="4" marL="2286000" algn="l">
              <a:spcBef>
                <a:spcPts val="900"/>
              </a:spcBef>
              <a:spcAft>
                <a:spcPts val="0"/>
              </a:spcAft>
              <a:buClr>
                <a:schemeClr val="dk1"/>
              </a:buClr>
              <a:buSzPts val="4400"/>
              <a:buNone/>
              <a:defRPr sz="4400"/>
            </a:lvl5pPr>
            <a:lvl6pPr indent="-228600" lvl="5" marL="2743200" algn="l">
              <a:spcBef>
                <a:spcPts val="900"/>
              </a:spcBef>
              <a:spcAft>
                <a:spcPts val="0"/>
              </a:spcAft>
              <a:buClr>
                <a:schemeClr val="dk1"/>
              </a:buClr>
              <a:buSzPts val="4400"/>
              <a:buNone/>
              <a:defRPr sz="4400"/>
            </a:lvl6pPr>
            <a:lvl7pPr indent="-228600" lvl="6" marL="3200400" algn="l">
              <a:spcBef>
                <a:spcPts val="900"/>
              </a:spcBef>
              <a:spcAft>
                <a:spcPts val="0"/>
              </a:spcAft>
              <a:buClr>
                <a:schemeClr val="dk1"/>
              </a:buClr>
              <a:buSzPts val="4400"/>
              <a:buNone/>
              <a:defRPr sz="4400"/>
            </a:lvl7pPr>
            <a:lvl8pPr indent="-228600" lvl="7" marL="3657600" algn="l">
              <a:spcBef>
                <a:spcPts val="900"/>
              </a:spcBef>
              <a:spcAft>
                <a:spcPts val="0"/>
              </a:spcAft>
              <a:buClr>
                <a:schemeClr val="dk1"/>
              </a:buClr>
              <a:buSzPts val="4400"/>
              <a:buNone/>
              <a:defRPr sz="4400"/>
            </a:lvl8pPr>
            <a:lvl9pPr indent="-228600" lvl="8" marL="4114800" algn="l">
              <a:spcBef>
                <a:spcPts val="900"/>
              </a:spcBef>
              <a:spcAft>
                <a:spcPts val="0"/>
              </a:spcAft>
              <a:buClr>
                <a:schemeClr val="dk1"/>
              </a:buClr>
              <a:buSzPts val="4400"/>
              <a:buNone/>
              <a:defRPr sz="4400"/>
            </a:lvl9pPr>
          </a:lstStyle>
          <a:p/>
        </p:txBody>
      </p:sp>
      <p:sp>
        <p:nvSpPr>
          <p:cNvPr id="69" name="Google Shape;69;p10"/>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70" name="Google Shape;70;p10"/>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71" name="Google Shape;71;p10"/>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Clr>
                <a:schemeClr val="dk1"/>
              </a:buClr>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 name="Google Shape;74;p11"/>
          <p:cNvSpPr txBox="1"/>
          <p:nvPr>
            <p:ph idx="1" type="body"/>
          </p:nvPr>
        </p:nvSpPr>
        <p:spPr>
          <a:xfrm rot="5400000">
            <a:off x="11083291" y="-1207888"/>
            <a:ext cx="21724500" cy="39502200"/>
          </a:xfrm>
          <a:prstGeom prst="rect">
            <a:avLst/>
          </a:prstGeom>
          <a:noFill/>
          <a:ln>
            <a:noFill/>
          </a:ln>
        </p:spPr>
        <p:txBody>
          <a:bodyPr anchorCtr="0" anchor="t" bIns="219450" lIns="438900" spcFirstLastPara="1" rIns="438900" wrap="square" tIns="219450">
            <a:noAutofit/>
          </a:bodyPr>
          <a:lstStyle>
            <a:lvl1pPr indent="-457200" lvl="0" marL="457200" algn="l">
              <a:spcBef>
                <a:spcPts val="700"/>
              </a:spcBef>
              <a:spcAft>
                <a:spcPts val="0"/>
              </a:spcAft>
              <a:buClr>
                <a:schemeClr val="dk1"/>
              </a:buClr>
              <a:buSzPts val="3600"/>
              <a:buChar char="•"/>
              <a:defRPr/>
            </a:lvl1pPr>
            <a:lvl2pPr indent="-457200" lvl="1" marL="914400" algn="l">
              <a:spcBef>
                <a:spcPts val="700"/>
              </a:spcBef>
              <a:spcAft>
                <a:spcPts val="0"/>
              </a:spcAft>
              <a:buClr>
                <a:schemeClr val="dk1"/>
              </a:buClr>
              <a:buSzPts val="3600"/>
              <a:buChar char="–"/>
              <a:defRPr/>
            </a:lvl2pPr>
            <a:lvl3pPr indent="-457200" lvl="2" marL="1371600" algn="l">
              <a:spcBef>
                <a:spcPts val="700"/>
              </a:spcBef>
              <a:spcAft>
                <a:spcPts val="0"/>
              </a:spcAft>
              <a:buClr>
                <a:schemeClr val="dk1"/>
              </a:buClr>
              <a:buSzPts val="3600"/>
              <a:buChar char="•"/>
              <a:defRPr/>
            </a:lvl3pPr>
            <a:lvl4pPr indent="-457200" lvl="3" marL="1828800" algn="l">
              <a:spcBef>
                <a:spcPts val="700"/>
              </a:spcBef>
              <a:spcAft>
                <a:spcPts val="0"/>
              </a:spcAft>
              <a:buClr>
                <a:schemeClr val="dk1"/>
              </a:buClr>
              <a:buSzPts val="3600"/>
              <a:buChar char="–"/>
              <a:defRPr/>
            </a:lvl4pPr>
            <a:lvl5pPr indent="-457200" lvl="4" marL="2286000" algn="l">
              <a:spcBef>
                <a:spcPts val="700"/>
              </a:spcBef>
              <a:spcAft>
                <a:spcPts val="0"/>
              </a:spcAft>
              <a:buClr>
                <a:schemeClr val="dk1"/>
              </a:buClr>
              <a:buSzPts val="3600"/>
              <a:buChar char="»"/>
              <a:defRPr/>
            </a:lvl5pPr>
            <a:lvl6pPr indent="-457200" lvl="5" marL="2743200" algn="l">
              <a:spcBef>
                <a:spcPts val="700"/>
              </a:spcBef>
              <a:spcAft>
                <a:spcPts val="0"/>
              </a:spcAft>
              <a:buClr>
                <a:schemeClr val="dk1"/>
              </a:buClr>
              <a:buSzPts val="3600"/>
              <a:buChar char="•"/>
              <a:defRPr/>
            </a:lvl6pPr>
            <a:lvl7pPr indent="-457200" lvl="6" marL="3200400" algn="l">
              <a:spcBef>
                <a:spcPts val="700"/>
              </a:spcBef>
              <a:spcAft>
                <a:spcPts val="0"/>
              </a:spcAft>
              <a:buClr>
                <a:schemeClr val="dk1"/>
              </a:buClr>
              <a:buSzPts val="3600"/>
              <a:buChar char="•"/>
              <a:defRPr/>
            </a:lvl7pPr>
            <a:lvl8pPr indent="-457200" lvl="7" marL="3657600" algn="l">
              <a:spcBef>
                <a:spcPts val="700"/>
              </a:spcBef>
              <a:spcAft>
                <a:spcPts val="0"/>
              </a:spcAft>
              <a:buClr>
                <a:schemeClr val="dk1"/>
              </a:buClr>
              <a:buSzPts val="3600"/>
              <a:buChar char="•"/>
              <a:defRPr/>
            </a:lvl8pPr>
            <a:lvl9pPr indent="-457200" lvl="8" marL="4114800" algn="l">
              <a:spcBef>
                <a:spcPts val="700"/>
              </a:spcBef>
              <a:spcAft>
                <a:spcPts val="0"/>
              </a:spcAft>
              <a:buClr>
                <a:schemeClr val="dk1"/>
              </a:buClr>
              <a:buSzPts val="3600"/>
              <a:buChar char="•"/>
              <a:defRPr/>
            </a:lvl9pPr>
          </a:lstStyle>
          <a:p/>
        </p:txBody>
      </p:sp>
      <p:sp>
        <p:nvSpPr>
          <p:cNvPr id="75" name="Google Shape;75;p11"/>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76" name="Google Shape;76;p11"/>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77" name="Google Shape;77;p11"/>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54517263" y="25020302"/>
            <a:ext cx="67414200" cy="236982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Clr>
                <a:schemeClr val="dk1"/>
              </a:buClr>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 name="Google Shape;80;p12"/>
          <p:cNvSpPr txBox="1"/>
          <p:nvPr>
            <p:ph idx="1" type="body"/>
          </p:nvPr>
        </p:nvSpPr>
        <p:spPr>
          <a:xfrm rot="5400000">
            <a:off x="6747544" y="1680302"/>
            <a:ext cx="67414200" cy="70378200"/>
          </a:xfrm>
          <a:prstGeom prst="rect">
            <a:avLst/>
          </a:prstGeom>
          <a:noFill/>
          <a:ln>
            <a:noFill/>
          </a:ln>
        </p:spPr>
        <p:txBody>
          <a:bodyPr anchorCtr="0" anchor="t" bIns="219450" lIns="438900" spcFirstLastPara="1" rIns="438900" wrap="square" tIns="219450">
            <a:noAutofit/>
          </a:bodyPr>
          <a:lstStyle>
            <a:lvl1pPr indent="-457200" lvl="0" marL="457200" algn="l">
              <a:spcBef>
                <a:spcPts val="700"/>
              </a:spcBef>
              <a:spcAft>
                <a:spcPts val="0"/>
              </a:spcAft>
              <a:buClr>
                <a:schemeClr val="dk1"/>
              </a:buClr>
              <a:buSzPts val="3600"/>
              <a:buChar char="•"/>
              <a:defRPr/>
            </a:lvl1pPr>
            <a:lvl2pPr indent="-457200" lvl="1" marL="914400" algn="l">
              <a:spcBef>
                <a:spcPts val="700"/>
              </a:spcBef>
              <a:spcAft>
                <a:spcPts val="0"/>
              </a:spcAft>
              <a:buClr>
                <a:schemeClr val="dk1"/>
              </a:buClr>
              <a:buSzPts val="3600"/>
              <a:buChar char="–"/>
              <a:defRPr/>
            </a:lvl2pPr>
            <a:lvl3pPr indent="-457200" lvl="2" marL="1371600" algn="l">
              <a:spcBef>
                <a:spcPts val="700"/>
              </a:spcBef>
              <a:spcAft>
                <a:spcPts val="0"/>
              </a:spcAft>
              <a:buClr>
                <a:schemeClr val="dk1"/>
              </a:buClr>
              <a:buSzPts val="3600"/>
              <a:buChar char="•"/>
              <a:defRPr/>
            </a:lvl3pPr>
            <a:lvl4pPr indent="-457200" lvl="3" marL="1828800" algn="l">
              <a:spcBef>
                <a:spcPts val="700"/>
              </a:spcBef>
              <a:spcAft>
                <a:spcPts val="0"/>
              </a:spcAft>
              <a:buClr>
                <a:schemeClr val="dk1"/>
              </a:buClr>
              <a:buSzPts val="3600"/>
              <a:buChar char="–"/>
              <a:defRPr/>
            </a:lvl4pPr>
            <a:lvl5pPr indent="-457200" lvl="4" marL="2286000" algn="l">
              <a:spcBef>
                <a:spcPts val="700"/>
              </a:spcBef>
              <a:spcAft>
                <a:spcPts val="0"/>
              </a:spcAft>
              <a:buClr>
                <a:schemeClr val="dk1"/>
              </a:buClr>
              <a:buSzPts val="3600"/>
              <a:buChar char="»"/>
              <a:defRPr/>
            </a:lvl5pPr>
            <a:lvl6pPr indent="-457200" lvl="5" marL="2743200" algn="l">
              <a:spcBef>
                <a:spcPts val="700"/>
              </a:spcBef>
              <a:spcAft>
                <a:spcPts val="0"/>
              </a:spcAft>
              <a:buClr>
                <a:schemeClr val="dk1"/>
              </a:buClr>
              <a:buSzPts val="3600"/>
              <a:buChar char="•"/>
              <a:defRPr/>
            </a:lvl6pPr>
            <a:lvl7pPr indent="-457200" lvl="6" marL="3200400" algn="l">
              <a:spcBef>
                <a:spcPts val="700"/>
              </a:spcBef>
              <a:spcAft>
                <a:spcPts val="0"/>
              </a:spcAft>
              <a:buClr>
                <a:schemeClr val="dk1"/>
              </a:buClr>
              <a:buSzPts val="3600"/>
              <a:buChar char="•"/>
              <a:defRPr/>
            </a:lvl7pPr>
            <a:lvl8pPr indent="-457200" lvl="7" marL="3657600" algn="l">
              <a:spcBef>
                <a:spcPts val="700"/>
              </a:spcBef>
              <a:spcAft>
                <a:spcPts val="0"/>
              </a:spcAft>
              <a:buClr>
                <a:schemeClr val="dk1"/>
              </a:buClr>
              <a:buSzPts val="3600"/>
              <a:buChar char="•"/>
              <a:defRPr/>
            </a:lvl8pPr>
            <a:lvl9pPr indent="-457200" lvl="8" marL="4114800" algn="l">
              <a:spcBef>
                <a:spcPts val="700"/>
              </a:spcBef>
              <a:spcAft>
                <a:spcPts val="0"/>
              </a:spcAft>
              <a:buClr>
                <a:schemeClr val="dk1"/>
              </a:buClr>
              <a:buSzPts val="3600"/>
              <a:buChar char="•"/>
              <a:defRPr/>
            </a:lvl9pPr>
          </a:lstStyle>
          <a:p/>
        </p:txBody>
      </p:sp>
      <p:sp>
        <p:nvSpPr>
          <p:cNvPr id="81" name="Google Shape;81;p12"/>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82" name="Google Shape;82;p12"/>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algn="ctr">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83" name="Google Shape;83;p12"/>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194560" y="1318262"/>
            <a:ext cx="39502200" cy="5486400"/>
          </a:xfrm>
          <a:prstGeom prst="rect">
            <a:avLst/>
          </a:prstGeom>
          <a:noFill/>
          <a:ln>
            <a:noFill/>
          </a:ln>
        </p:spPr>
        <p:txBody>
          <a:bodyPr anchorCtr="0" anchor="ctr" bIns="219450" lIns="438900" spcFirstLastPara="1" rIns="438900" wrap="square" tIns="219450">
            <a:noAutofit/>
          </a:bodyPr>
          <a:lstStyle>
            <a:lvl1pPr lvl="0" marR="0" rtl="0" algn="ctr">
              <a:spcBef>
                <a:spcPts val="0"/>
              </a:spcBef>
              <a:spcAft>
                <a:spcPts val="0"/>
              </a:spcAft>
              <a:buClr>
                <a:schemeClr val="dk1"/>
              </a:buClr>
              <a:buSzPts val="21200"/>
              <a:buFont typeface="Calibri"/>
              <a:buNone/>
              <a:defRPr b="0" i="0" sz="21200" u="none" cap="none" strike="noStrike">
                <a:solidFill>
                  <a:schemeClr val="dk1"/>
                </a:solidFill>
                <a:latin typeface="Calibri"/>
                <a:ea typeface="Calibri"/>
                <a:cs typeface="Calibri"/>
                <a:sym typeface="Calibri"/>
              </a:defRPr>
            </a:lvl1pPr>
            <a:lvl2pPr lvl="1">
              <a:spcBef>
                <a:spcPts val="0"/>
              </a:spcBef>
              <a:spcAft>
                <a:spcPts val="0"/>
              </a:spcAft>
              <a:buSzPts val="2800"/>
              <a:buNone/>
              <a:defRPr sz="3600"/>
            </a:lvl2pPr>
            <a:lvl3pPr lvl="2">
              <a:spcBef>
                <a:spcPts val="0"/>
              </a:spcBef>
              <a:spcAft>
                <a:spcPts val="0"/>
              </a:spcAft>
              <a:buSzPts val="2800"/>
              <a:buNone/>
              <a:defRPr sz="3600"/>
            </a:lvl3pPr>
            <a:lvl4pPr lvl="3">
              <a:spcBef>
                <a:spcPts val="0"/>
              </a:spcBef>
              <a:spcAft>
                <a:spcPts val="0"/>
              </a:spcAft>
              <a:buSzPts val="2800"/>
              <a:buNone/>
              <a:defRPr sz="3600"/>
            </a:lvl4pPr>
            <a:lvl5pPr lvl="4">
              <a:spcBef>
                <a:spcPts val="0"/>
              </a:spcBef>
              <a:spcAft>
                <a:spcPts val="0"/>
              </a:spcAft>
              <a:buSzPts val="2800"/>
              <a:buNone/>
              <a:defRPr sz="3600"/>
            </a:lvl5pPr>
            <a:lvl6pPr lvl="5">
              <a:spcBef>
                <a:spcPts val="0"/>
              </a:spcBef>
              <a:spcAft>
                <a:spcPts val="0"/>
              </a:spcAft>
              <a:buSzPts val="2800"/>
              <a:buNone/>
              <a:defRPr sz="3600"/>
            </a:lvl6pPr>
            <a:lvl7pPr lvl="6">
              <a:spcBef>
                <a:spcPts val="0"/>
              </a:spcBef>
              <a:spcAft>
                <a:spcPts val="0"/>
              </a:spcAft>
              <a:buSzPts val="2800"/>
              <a:buNone/>
              <a:defRPr sz="3600"/>
            </a:lvl7pPr>
            <a:lvl8pPr lvl="7">
              <a:spcBef>
                <a:spcPts val="0"/>
              </a:spcBef>
              <a:spcAft>
                <a:spcPts val="0"/>
              </a:spcAft>
              <a:buSzPts val="2800"/>
              <a:buNone/>
              <a:defRPr sz="3600"/>
            </a:lvl8pPr>
            <a:lvl9pPr lvl="8">
              <a:spcBef>
                <a:spcPts val="0"/>
              </a:spcBef>
              <a:spcAft>
                <a:spcPts val="0"/>
              </a:spcAft>
              <a:buSzPts val="2800"/>
              <a:buNone/>
              <a:defRPr sz="3600"/>
            </a:lvl9pPr>
          </a:lstStyle>
          <a:p/>
        </p:txBody>
      </p:sp>
      <p:sp>
        <p:nvSpPr>
          <p:cNvPr id="11" name="Google Shape;11;p1"/>
          <p:cNvSpPr txBox="1"/>
          <p:nvPr>
            <p:ph idx="1" type="body"/>
          </p:nvPr>
        </p:nvSpPr>
        <p:spPr>
          <a:xfrm>
            <a:off x="2194560" y="7680962"/>
            <a:ext cx="39502200" cy="21724500"/>
          </a:xfrm>
          <a:prstGeom prst="rect">
            <a:avLst/>
          </a:prstGeom>
          <a:noFill/>
          <a:ln>
            <a:noFill/>
          </a:ln>
        </p:spPr>
        <p:txBody>
          <a:bodyPr anchorCtr="0" anchor="t" bIns="219450" lIns="438900" spcFirstLastPara="1" rIns="438900" wrap="square" tIns="219450">
            <a:noAutofit/>
          </a:bodyPr>
          <a:lstStyle>
            <a:lvl1pPr indent="-1206500" lvl="0" marL="457200" marR="0" rtl="0" algn="l">
              <a:spcBef>
                <a:spcPts val="3100"/>
              </a:spcBef>
              <a:spcAft>
                <a:spcPts val="0"/>
              </a:spcAft>
              <a:buClr>
                <a:schemeClr val="dk1"/>
              </a:buClr>
              <a:buSzPts val="15400"/>
              <a:buFont typeface="Arial"/>
              <a:buChar char="•"/>
              <a:defRPr b="0" i="0" sz="15400" u="none" cap="none" strike="noStrike">
                <a:solidFill>
                  <a:schemeClr val="dk1"/>
                </a:solidFill>
                <a:latin typeface="Calibri"/>
                <a:ea typeface="Calibri"/>
                <a:cs typeface="Calibri"/>
                <a:sym typeface="Calibri"/>
              </a:defRPr>
            </a:lvl1pPr>
            <a:lvl2pPr indent="-1079500" lvl="1" marL="914400" marR="0" rtl="0" algn="l">
              <a:spcBef>
                <a:spcPts val="2700"/>
              </a:spcBef>
              <a:spcAft>
                <a:spcPts val="0"/>
              </a:spcAft>
              <a:buClr>
                <a:schemeClr val="dk1"/>
              </a:buClr>
              <a:buSzPts val="13400"/>
              <a:buFont typeface="Arial"/>
              <a:buChar char="–"/>
              <a:defRPr b="0" i="0" sz="13400" u="none" cap="none" strike="noStrike">
                <a:solidFill>
                  <a:schemeClr val="dk1"/>
                </a:solidFill>
                <a:latin typeface="Calibri"/>
                <a:ea typeface="Calibri"/>
                <a:cs typeface="Calibri"/>
                <a:sym typeface="Calibri"/>
              </a:defRPr>
            </a:lvl2pPr>
            <a:lvl3pPr indent="-965200" lvl="2" marL="1371600" marR="0" rtl="0" algn="l">
              <a:spcBef>
                <a:spcPts val="2300"/>
              </a:spcBef>
              <a:spcAft>
                <a:spcPts val="0"/>
              </a:spcAft>
              <a:buClr>
                <a:schemeClr val="dk1"/>
              </a:buClr>
              <a:buSzPts val="11600"/>
              <a:buFont typeface="Arial"/>
              <a:buChar char="•"/>
              <a:defRPr b="0" i="0" sz="11600" u="none" cap="none" strike="noStrike">
                <a:solidFill>
                  <a:schemeClr val="dk1"/>
                </a:solidFill>
                <a:latin typeface="Calibri"/>
                <a:ea typeface="Calibri"/>
                <a:cs typeface="Calibri"/>
                <a:sym typeface="Calibri"/>
              </a:defRPr>
            </a:lvl3pPr>
            <a:lvl4pPr indent="-838200" lvl="3" marL="1828800" marR="0" rtl="0" algn="l">
              <a:spcBef>
                <a:spcPts val="19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4pPr>
            <a:lvl5pPr indent="-838200" lvl="4" marL="2286000" marR="0" rtl="0" algn="l">
              <a:spcBef>
                <a:spcPts val="19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5pPr>
            <a:lvl6pPr indent="-838200" lvl="5" marL="2743200" marR="0" rtl="0" algn="l">
              <a:spcBef>
                <a:spcPts val="19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6pPr>
            <a:lvl7pPr indent="-838200" lvl="6" marL="3200400" marR="0" rtl="0" algn="l">
              <a:spcBef>
                <a:spcPts val="19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7pPr>
            <a:lvl8pPr indent="-838200" lvl="7" marL="3657600" marR="0" rtl="0" algn="l">
              <a:spcBef>
                <a:spcPts val="19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8pPr>
            <a:lvl9pPr indent="-838200" lvl="8" marL="4114800" marR="0" rtl="0" algn="l">
              <a:spcBef>
                <a:spcPts val="19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2194560" y="30510481"/>
            <a:ext cx="10241400" cy="1752600"/>
          </a:xfrm>
          <a:prstGeom prst="rect">
            <a:avLst/>
          </a:prstGeom>
          <a:noFill/>
          <a:ln>
            <a:noFill/>
          </a:ln>
        </p:spPr>
        <p:txBody>
          <a:bodyPr anchorCtr="0" anchor="ctr" bIns="219450" lIns="438900" spcFirstLastPara="1" rIns="438900" wrap="square" tIns="219450">
            <a:noAutofit/>
          </a:bodyPr>
          <a:lstStyle>
            <a:lvl1pPr lvl="0" marR="0" rtl="0" algn="l">
              <a:spcBef>
                <a:spcPts val="0"/>
              </a:spcBef>
              <a:spcAft>
                <a:spcPts val="0"/>
              </a:spcAft>
              <a:buSzPts val="2800"/>
              <a:buNone/>
              <a:defRPr b="0" i="0" sz="5800" u="none" cap="none" strike="noStrike">
                <a:solidFill>
                  <a:srgbClr val="888888"/>
                </a:solidFill>
                <a:latin typeface="Calibri"/>
                <a:ea typeface="Calibri"/>
                <a:cs typeface="Calibri"/>
                <a:sym typeface="Calibri"/>
              </a:defRPr>
            </a:lvl1pPr>
            <a:lvl2pPr lvl="1"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14996159" y="30510481"/>
            <a:ext cx="13899000" cy="1752600"/>
          </a:xfrm>
          <a:prstGeom prst="rect">
            <a:avLst/>
          </a:prstGeom>
          <a:noFill/>
          <a:ln>
            <a:noFill/>
          </a:ln>
        </p:spPr>
        <p:txBody>
          <a:bodyPr anchorCtr="0" anchor="ctr" bIns="219450" lIns="438900" spcFirstLastPara="1" rIns="438900" wrap="square" tIns="219450">
            <a:noAutofit/>
          </a:bodyPr>
          <a:lstStyle>
            <a:lvl1pPr lvl="0" marR="0" rtl="0" algn="ctr">
              <a:spcBef>
                <a:spcPts val="0"/>
              </a:spcBef>
              <a:spcAft>
                <a:spcPts val="0"/>
              </a:spcAft>
              <a:buSzPts val="2800"/>
              <a:buNone/>
              <a:defRPr b="0" i="0" sz="5800" u="none" cap="none" strike="noStrike">
                <a:solidFill>
                  <a:srgbClr val="888888"/>
                </a:solidFill>
                <a:latin typeface="Calibri"/>
                <a:ea typeface="Calibri"/>
                <a:cs typeface="Calibri"/>
                <a:sym typeface="Calibri"/>
              </a:defRPr>
            </a:lvl1pPr>
            <a:lvl2pPr lvl="1"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2pPr>
            <a:lvl3pPr lvl="2"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3pPr>
            <a:lvl4pPr lvl="3"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4pPr>
            <a:lvl5pPr lvl="4"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5pPr>
            <a:lvl6pPr lvl="5"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6pPr>
            <a:lvl7pPr lvl="6"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7pPr>
            <a:lvl8pPr lvl="7"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8pPr>
            <a:lvl9pPr lvl="8" marR="0" rtl="0" algn="l">
              <a:spcBef>
                <a:spcPts val="0"/>
              </a:spcBef>
              <a:spcAft>
                <a:spcPts val="0"/>
              </a:spcAft>
              <a:buSzPts val="2800"/>
              <a:buNone/>
              <a:defRPr b="0" i="0" sz="86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31455359" y="30510481"/>
            <a:ext cx="10241400" cy="1752600"/>
          </a:xfrm>
          <a:prstGeom prst="rect">
            <a:avLst/>
          </a:prstGeom>
          <a:noFill/>
          <a:ln>
            <a:noFill/>
          </a:ln>
        </p:spPr>
        <p:txBody>
          <a:bodyPr anchorCtr="0" anchor="ctr" bIns="219450" lIns="438900" spcFirstLastPara="1" rIns="438900" wrap="square" tIns="219450">
            <a:noAutofit/>
          </a:bodyPr>
          <a:lstStyle>
            <a:lvl1pPr indent="0" lvl="0" marL="0" marR="0" rtl="0" algn="r">
              <a:spcBef>
                <a:spcPts val="0"/>
              </a:spcBef>
              <a:buNone/>
              <a:defRPr b="0" i="0" sz="5800" u="none" cap="none" strike="noStrike">
                <a:solidFill>
                  <a:srgbClr val="888888"/>
                </a:solidFill>
                <a:latin typeface="Calibri"/>
                <a:ea typeface="Calibri"/>
                <a:cs typeface="Calibri"/>
                <a:sym typeface="Calibri"/>
              </a:defRPr>
            </a:lvl1pPr>
            <a:lvl2pPr indent="0" lvl="1" marL="0" marR="0" rtl="0" algn="r">
              <a:spcBef>
                <a:spcPts val="0"/>
              </a:spcBef>
              <a:buNone/>
              <a:defRPr b="0" i="0" sz="5800" u="none" cap="none" strike="noStrike">
                <a:solidFill>
                  <a:srgbClr val="888888"/>
                </a:solidFill>
                <a:latin typeface="Calibri"/>
                <a:ea typeface="Calibri"/>
                <a:cs typeface="Calibri"/>
                <a:sym typeface="Calibri"/>
              </a:defRPr>
            </a:lvl2pPr>
            <a:lvl3pPr indent="0" lvl="2" marL="0" marR="0" rtl="0" algn="r">
              <a:spcBef>
                <a:spcPts val="0"/>
              </a:spcBef>
              <a:buNone/>
              <a:defRPr b="0" i="0" sz="5800" u="none" cap="none" strike="noStrike">
                <a:solidFill>
                  <a:srgbClr val="888888"/>
                </a:solidFill>
                <a:latin typeface="Calibri"/>
                <a:ea typeface="Calibri"/>
                <a:cs typeface="Calibri"/>
                <a:sym typeface="Calibri"/>
              </a:defRPr>
            </a:lvl3pPr>
            <a:lvl4pPr indent="0" lvl="3" marL="0" marR="0" rtl="0" algn="r">
              <a:spcBef>
                <a:spcPts val="0"/>
              </a:spcBef>
              <a:buNone/>
              <a:defRPr b="0" i="0" sz="5800" u="none" cap="none" strike="noStrike">
                <a:solidFill>
                  <a:srgbClr val="888888"/>
                </a:solidFill>
                <a:latin typeface="Calibri"/>
                <a:ea typeface="Calibri"/>
                <a:cs typeface="Calibri"/>
                <a:sym typeface="Calibri"/>
              </a:defRPr>
            </a:lvl4pPr>
            <a:lvl5pPr indent="0" lvl="4" marL="0" marR="0" rtl="0" algn="r">
              <a:spcBef>
                <a:spcPts val="0"/>
              </a:spcBef>
              <a:buNone/>
              <a:defRPr b="0" i="0" sz="5800" u="none" cap="none" strike="noStrike">
                <a:solidFill>
                  <a:srgbClr val="888888"/>
                </a:solidFill>
                <a:latin typeface="Calibri"/>
                <a:ea typeface="Calibri"/>
                <a:cs typeface="Calibri"/>
                <a:sym typeface="Calibri"/>
              </a:defRPr>
            </a:lvl5pPr>
            <a:lvl6pPr indent="0" lvl="5" marL="0" marR="0" rtl="0" algn="r">
              <a:spcBef>
                <a:spcPts val="0"/>
              </a:spcBef>
              <a:buNone/>
              <a:defRPr b="0" i="0" sz="5800" u="none" cap="none" strike="noStrike">
                <a:solidFill>
                  <a:srgbClr val="888888"/>
                </a:solidFill>
                <a:latin typeface="Calibri"/>
                <a:ea typeface="Calibri"/>
                <a:cs typeface="Calibri"/>
                <a:sym typeface="Calibri"/>
              </a:defRPr>
            </a:lvl6pPr>
            <a:lvl7pPr indent="0" lvl="6" marL="0" marR="0" rtl="0" algn="r">
              <a:spcBef>
                <a:spcPts val="0"/>
              </a:spcBef>
              <a:buNone/>
              <a:defRPr b="0" i="0" sz="5800" u="none" cap="none" strike="noStrike">
                <a:solidFill>
                  <a:srgbClr val="888888"/>
                </a:solidFill>
                <a:latin typeface="Calibri"/>
                <a:ea typeface="Calibri"/>
                <a:cs typeface="Calibri"/>
                <a:sym typeface="Calibri"/>
              </a:defRPr>
            </a:lvl7pPr>
            <a:lvl8pPr indent="0" lvl="7" marL="0" marR="0" rtl="0" algn="r">
              <a:spcBef>
                <a:spcPts val="0"/>
              </a:spcBef>
              <a:buNone/>
              <a:defRPr b="0" i="0" sz="5800" u="none" cap="none" strike="noStrike">
                <a:solidFill>
                  <a:srgbClr val="888888"/>
                </a:solidFill>
                <a:latin typeface="Calibri"/>
                <a:ea typeface="Calibri"/>
                <a:cs typeface="Calibri"/>
                <a:sym typeface="Calibri"/>
              </a:defRPr>
            </a:lvl8pPr>
            <a:lvl9pPr indent="0" lvl="8" marL="0" marR="0" rtl="0" algn="r">
              <a:spcBef>
                <a:spcPts val="0"/>
              </a:spcBef>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p:nvPr/>
        </p:nvSpPr>
        <p:spPr>
          <a:xfrm>
            <a:off x="0" y="30184594"/>
            <a:ext cx="43891200" cy="2733900"/>
          </a:xfrm>
          <a:prstGeom prst="rect">
            <a:avLst/>
          </a:prstGeom>
          <a:solidFill>
            <a:srgbClr val="007DC3"/>
          </a:solidFill>
          <a:ln cap="flat" cmpd="sng" w="9525">
            <a:solidFill>
              <a:schemeClr val="dk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8600">
              <a:solidFill>
                <a:schemeClr val="lt1"/>
              </a:solidFill>
              <a:latin typeface="Calibri"/>
              <a:ea typeface="Calibri"/>
              <a:cs typeface="Calibri"/>
              <a:sym typeface="Calibri"/>
            </a:endParaRPr>
          </a:p>
        </p:txBody>
      </p:sp>
      <p:sp>
        <p:nvSpPr>
          <p:cNvPr id="90" name="Google Shape;90;p13"/>
          <p:cNvSpPr/>
          <p:nvPr/>
        </p:nvSpPr>
        <p:spPr>
          <a:xfrm>
            <a:off x="-24700" y="-215600"/>
            <a:ext cx="43960800" cy="6762000"/>
          </a:xfrm>
          <a:prstGeom prst="rect">
            <a:avLst/>
          </a:prstGeom>
          <a:solidFill>
            <a:srgbClr val="007DC3"/>
          </a:solidFill>
          <a:ln cap="flat" cmpd="sng" w="9525">
            <a:solidFill>
              <a:schemeClr val="dk1"/>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8600" u="none" cap="none" strike="noStrike">
              <a:solidFill>
                <a:schemeClr val="lt1"/>
              </a:solidFill>
              <a:latin typeface="Calibri"/>
              <a:ea typeface="Calibri"/>
              <a:cs typeface="Calibri"/>
              <a:sym typeface="Calibri"/>
            </a:endParaRPr>
          </a:p>
        </p:txBody>
      </p:sp>
      <p:sp>
        <p:nvSpPr>
          <p:cNvPr id="91" name="Google Shape;91;p13"/>
          <p:cNvSpPr txBox="1"/>
          <p:nvPr/>
        </p:nvSpPr>
        <p:spPr>
          <a:xfrm>
            <a:off x="8557049" y="-2047325"/>
            <a:ext cx="33615300" cy="1477200"/>
          </a:xfrm>
          <a:prstGeom prst="rect">
            <a:avLst/>
          </a:prstGeom>
          <a:no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rPr b="1" i="0" lang="en-US" sz="7200" u="none" cap="none" strike="noStrike">
                <a:solidFill>
                  <a:schemeClr val="lt1"/>
                </a:solidFill>
                <a:latin typeface="Oxygen"/>
                <a:ea typeface="Oxygen"/>
                <a:cs typeface="Oxygen"/>
                <a:sym typeface="Oxygen"/>
              </a:rPr>
              <a:t>TITLE</a:t>
            </a:r>
            <a:endParaRPr b="1" sz="7200">
              <a:solidFill>
                <a:schemeClr val="lt1"/>
              </a:solidFill>
              <a:latin typeface="Oxygen"/>
              <a:ea typeface="Oxygen"/>
              <a:cs typeface="Oxygen"/>
              <a:sym typeface="Oxygen"/>
            </a:endParaRPr>
          </a:p>
        </p:txBody>
      </p:sp>
      <p:sp>
        <p:nvSpPr>
          <p:cNvPr id="92" name="Google Shape;92;p13"/>
          <p:cNvSpPr txBox="1"/>
          <p:nvPr/>
        </p:nvSpPr>
        <p:spPr>
          <a:xfrm>
            <a:off x="8335350" y="2434950"/>
            <a:ext cx="34058700" cy="3208200"/>
          </a:xfrm>
          <a:prstGeom prst="rect">
            <a:avLst/>
          </a:prstGeom>
          <a:noFill/>
          <a:ln>
            <a:noFill/>
          </a:ln>
        </p:spPr>
        <p:txBody>
          <a:bodyPr anchorCtr="0" anchor="t" bIns="91400" lIns="182850" spcFirstLastPara="1" rIns="182850" wrap="square" tIns="91400">
            <a:noAutofit/>
          </a:bodyPr>
          <a:lstStyle/>
          <a:p>
            <a:pPr indent="0" lvl="0" marL="0" marR="0" rtl="0" algn="l">
              <a:spcBef>
                <a:spcPts val="0"/>
              </a:spcBef>
              <a:spcAft>
                <a:spcPts val="0"/>
              </a:spcAft>
              <a:buNone/>
            </a:pPr>
            <a:r>
              <a:rPr b="1" lang="en-US" sz="3600">
                <a:solidFill>
                  <a:schemeClr val="lt1"/>
                </a:solidFill>
                <a:latin typeface="Oxygen"/>
                <a:ea typeface="Oxygen"/>
                <a:cs typeface="Oxygen"/>
                <a:sym typeface="Oxygen"/>
              </a:rPr>
              <a:t>NAME</a:t>
            </a:r>
            <a:r>
              <a:rPr b="1" baseline="30000" lang="en-US" sz="3600">
                <a:solidFill>
                  <a:schemeClr val="lt1"/>
                </a:solidFill>
                <a:latin typeface="Oxygen"/>
                <a:ea typeface="Oxygen"/>
                <a:cs typeface="Oxygen"/>
                <a:sym typeface="Oxygen"/>
              </a:rPr>
              <a:t>1</a:t>
            </a:r>
            <a:r>
              <a:rPr lang="en-US" sz="3600">
                <a:solidFill>
                  <a:schemeClr val="lt1"/>
                </a:solidFill>
                <a:latin typeface="Oxygen"/>
                <a:ea typeface="Oxygen"/>
                <a:cs typeface="Oxygen"/>
                <a:sym typeface="Oxygen"/>
              </a:rPr>
              <a:t>, </a:t>
            </a:r>
            <a:r>
              <a:rPr b="1" lang="en-US" sz="3600">
                <a:solidFill>
                  <a:schemeClr val="lt1"/>
                </a:solidFill>
                <a:latin typeface="Oxygen"/>
                <a:ea typeface="Oxygen"/>
                <a:cs typeface="Oxygen"/>
                <a:sym typeface="Oxygen"/>
              </a:rPr>
              <a:t>NAME</a:t>
            </a:r>
            <a:r>
              <a:rPr b="1" baseline="30000" lang="en-US" sz="3600">
                <a:solidFill>
                  <a:schemeClr val="lt1"/>
                </a:solidFill>
                <a:latin typeface="Oxygen"/>
                <a:ea typeface="Oxygen"/>
                <a:cs typeface="Oxygen"/>
                <a:sym typeface="Oxygen"/>
              </a:rPr>
              <a:t>2</a:t>
            </a:r>
            <a:r>
              <a:rPr lang="en-US" sz="3600">
                <a:solidFill>
                  <a:schemeClr val="lt1"/>
                </a:solidFill>
                <a:latin typeface="Oxygen"/>
                <a:ea typeface="Oxygen"/>
                <a:cs typeface="Oxygen"/>
                <a:sym typeface="Oxygen"/>
              </a:rPr>
              <a:t>, </a:t>
            </a:r>
            <a:r>
              <a:rPr b="1" lang="en-US" sz="3600">
                <a:solidFill>
                  <a:schemeClr val="lt1"/>
                </a:solidFill>
                <a:latin typeface="Oxygen"/>
                <a:ea typeface="Oxygen"/>
                <a:cs typeface="Oxygen"/>
                <a:sym typeface="Oxygen"/>
              </a:rPr>
              <a:t>NAME</a:t>
            </a:r>
            <a:r>
              <a:rPr b="1" baseline="30000" lang="en-US" sz="3600">
                <a:solidFill>
                  <a:schemeClr val="lt1"/>
                </a:solidFill>
                <a:latin typeface="Oxygen"/>
                <a:ea typeface="Oxygen"/>
                <a:cs typeface="Oxygen"/>
                <a:sym typeface="Oxygen"/>
              </a:rPr>
              <a:t>3</a:t>
            </a:r>
            <a:endParaRPr sz="2400">
              <a:latin typeface="Oxygen"/>
              <a:ea typeface="Oxygen"/>
              <a:cs typeface="Oxygen"/>
              <a:sym typeface="Oxygen"/>
            </a:endParaRPr>
          </a:p>
          <a:p>
            <a:pPr indent="0" lvl="0" marL="0" marR="0" rtl="0" algn="l">
              <a:spcBef>
                <a:spcPts val="0"/>
              </a:spcBef>
              <a:spcAft>
                <a:spcPts val="0"/>
              </a:spcAft>
              <a:buNone/>
            </a:pPr>
            <a:br>
              <a:rPr lang="en-US" sz="3800">
                <a:solidFill>
                  <a:schemeClr val="lt1"/>
                </a:solidFill>
                <a:latin typeface="Oxygen"/>
                <a:ea typeface="Oxygen"/>
                <a:cs typeface="Oxygen"/>
                <a:sym typeface="Oxygen"/>
              </a:rPr>
            </a:br>
            <a:r>
              <a:rPr baseline="30000" lang="en-US" sz="3200">
                <a:solidFill>
                  <a:schemeClr val="lt1"/>
                </a:solidFill>
                <a:latin typeface="Oxygen"/>
                <a:ea typeface="Oxygen"/>
                <a:cs typeface="Oxygen"/>
                <a:sym typeface="Oxygen"/>
              </a:rPr>
              <a:t>1</a:t>
            </a:r>
            <a:r>
              <a:rPr lang="en-US" sz="3200">
                <a:solidFill>
                  <a:schemeClr val="lt1"/>
                </a:solidFill>
                <a:latin typeface="Oxygen"/>
                <a:ea typeface="Oxygen"/>
                <a:cs typeface="Oxygen"/>
                <a:sym typeface="Oxygen"/>
              </a:rPr>
              <a:t>INSTITUTION, City, STATE; </a:t>
            </a:r>
            <a:r>
              <a:rPr baseline="30000" lang="en-US" sz="3200">
                <a:solidFill>
                  <a:schemeClr val="lt1"/>
                </a:solidFill>
                <a:latin typeface="Oxygen"/>
                <a:ea typeface="Oxygen"/>
                <a:cs typeface="Oxygen"/>
                <a:sym typeface="Oxygen"/>
              </a:rPr>
              <a:t>2</a:t>
            </a:r>
            <a:r>
              <a:rPr lang="en-US" sz="3200">
                <a:solidFill>
                  <a:schemeClr val="lt1"/>
                </a:solidFill>
                <a:latin typeface="Oxygen"/>
                <a:ea typeface="Oxygen"/>
                <a:cs typeface="Oxygen"/>
                <a:sym typeface="Oxygen"/>
              </a:rPr>
              <a:t>INSTITUTION, City, STATE; </a:t>
            </a:r>
            <a:r>
              <a:rPr baseline="30000" lang="en-US" sz="3200">
                <a:solidFill>
                  <a:schemeClr val="lt1"/>
                </a:solidFill>
                <a:latin typeface="Oxygen"/>
                <a:ea typeface="Oxygen"/>
                <a:cs typeface="Oxygen"/>
                <a:sym typeface="Oxygen"/>
              </a:rPr>
              <a:t>3</a:t>
            </a:r>
            <a:r>
              <a:rPr lang="en-US" sz="3200">
                <a:solidFill>
                  <a:schemeClr val="lt1"/>
                </a:solidFill>
                <a:latin typeface="Oxygen"/>
                <a:ea typeface="Oxygen"/>
                <a:cs typeface="Oxygen"/>
                <a:sym typeface="Oxygen"/>
              </a:rPr>
              <a:t>INSTITUTION, City, STATE; </a:t>
            </a:r>
            <a:endParaRPr sz="2200">
              <a:latin typeface="Oxygen"/>
              <a:ea typeface="Oxygen"/>
              <a:cs typeface="Oxygen"/>
              <a:sym typeface="Oxygen"/>
            </a:endParaRPr>
          </a:p>
        </p:txBody>
      </p:sp>
      <p:cxnSp>
        <p:nvCxnSpPr>
          <p:cNvPr id="93" name="Google Shape;93;p13"/>
          <p:cNvCxnSpPr/>
          <p:nvPr/>
        </p:nvCxnSpPr>
        <p:spPr>
          <a:xfrm flipH="1" rot="10800000">
            <a:off x="-48906" y="6546402"/>
            <a:ext cx="43982700" cy="9000"/>
          </a:xfrm>
          <a:prstGeom prst="straightConnector1">
            <a:avLst/>
          </a:prstGeom>
          <a:noFill/>
          <a:ln cap="flat" cmpd="sng" w="28575">
            <a:solidFill>
              <a:srgbClr val="5E9732"/>
            </a:solidFill>
            <a:prstDash val="solid"/>
            <a:round/>
            <a:headEnd len="sm" w="sm" type="none"/>
            <a:tailEnd len="sm" w="sm" type="none"/>
          </a:ln>
        </p:spPr>
      </p:cxnSp>
      <p:sp>
        <p:nvSpPr>
          <p:cNvPr id="94" name="Google Shape;94;p13"/>
          <p:cNvSpPr/>
          <p:nvPr/>
        </p:nvSpPr>
        <p:spPr>
          <a:xfrm>
            <a:off x="9784088" y="30535747"/>
            <a:ext cx="24343200" cy="2031600"/>
          </a:xfrm>
          <a:prstGeom prst="rect">
            <a:avLst/>
          </a:prstGeom>
          <a:noFill/>
          <a:ln>
            <a:noFill/>
          </a:ln>
        </p:spPr>
        <p:txBody>
          <a:bodyPr anchorCtr="0" anchor="t" bIns="91400" lIns="182850" spcFirstLastPara="1" rIns="182850" wrap="square" tIns="91400">
            <a:noAutofit/>
          </a:bodyPr>
          <a:lstStyle/>
          <a:p>
            <a:pPr indent="0" lvl="0" marL="0" marR="0" rtl="0" algn="ctr">
              <a:spcBef>
                <a:spcPts val="0"/>
              </a:spcBef>
              <a:spcAft>
                <a:spcPts val="0"/>
              </a:spcAft>
              <a:buNone/>
            </a:pPr>
            <a:r>
              <a:rPr lang="en-US" sz="3600">
                <a:solidFill>
                  <a:schemeClr val="lt1"/>
                </a:solidFill>
                <a:latin typeface="Oxygen Light"/>
                <a:ea typeface="Oxygen Light"/>
                <a:cs typeface="Oxygen Light"/>
                <a:sym typeface="Oxygen Light"/>
              </a:rPr>
              <a:t>Funding: This work is supported as part of the Genomic Sciences Program DOE Systems Biology Knowledgebase (KBase) funded by the U.S. Department of Energy, Office of Science, Office of Biological and Environmental Research under Award Numbers DE-AC02-05CH11231, DE-AC02-06CH11357, DE-AC05-00OR22725, and DE-AC02-98CH10886.</a:t>
            </a:r>
            <a:endParaRPr sz="3600">
              <a:latin typeface="Oxygen Light"/>
              <a:ea typeface="Oxygen Light"/>
              <a:cs typeface="Oxygen Light"/>
              <a:sym typeface="Oxygen Light"/>
            </a:endParaRPr>
          </a:p>
        </p:txBody>
      </p:sp>
      <p:pic>
        <p:nvPicPr>
          <p:cNvPr id="95" name="Google Shape;95;p13"/>
          <p:cNvPicPr preferRelativeResize="0"/>
          <p:nvPr/>
        </p:nvPicPr>
        <p:blipFill rotWithShape="1">
          <a:blip r:embed="rId3">
            <a:alphaModFix/>
          </a:blip>
          <a:srcRect b="544" l="0" r="0" t="534"/>
          <a:stretch/>
        </p:blipFill>
        <p:spPr>
          <a:xfrm>
            <a:off x="1458839" y="30393997"/>
            <a:ext cx="6876518" cy="2315096"/>
          </a:xfrm>
          <a:prstGeom prst="rect">
            <a:avLst/>
          </a:prstGeom>
          <a:noFill/>
          <a:ln>
            <a:noFill/>
          </a:ln>
        </p:spPr>
      </p:pic>
      <p:sp>
        <p:nvSpPr>
          <p:cNvPr id="96" name="Google Shape;96;p13"/>
          <p:cNvSpPr txBox="1"/>
          <p:nvPr/>
        </p:nvSpPr>
        <p:spPr>
          <a:xfrm>
            <a:off x="35399250" y="30184775"/>
            <a:ext cx="6551400" cy="1508400"/>
          </a:xfrm>
          <a:prstGeom prst="rect">
            <a:avLst/>
          </a:prstGeom>
          <a:noFill/>
          <a:ln>
            <a:noFill/>
          </a:ln>
        </p:spPr>
        <p:txBody>
          <a:bodyPr anchorCtr="0" anchor="t" bIns="91400" lIns="182850" spcFirstLastPara="1" rIns="182850" wrap="square" tIns="91400">
            <a:noAutofit/>
          </a:bodyPr>
          <a:lstStyle/>
          <a:p>
            <a:pPr indent="0" lvl="0" marL="0" marR="0" rtl="0" algn="ctr">
              <a:spcBef>
                <a:spcPts val="0"/>
              </a:spcBef>
              <a:spcAft>
                <a:spcPts val="0"/>
              </a:spcAft>
              <a:buNone/>
            </a:pPr>
            <a:r>
              <a:rPr b="1" lang="en-US" sz="8600">
                <a:solidFill>
                  <a:schemeClr val="lt1"/>
                </a:solidFill>
                <a:latin typeface="Calibri"/>
                <a:ea typeface="Calibri"/>
                <a:cs typeface="Calibri"/>
                <a:sym typeface="Calibri"/>
              </a:rPr>
              <a:t>kbase.us</a:t>
            </a:r>
            <a:endParaRPr sz="2800"/>
          </a:p>
        </p:txBody>
      </p:sp>
      <p:pic>
        <p:nvPicPr>
          <p:cNvPr id="97" name="Google Shape;97;p13"/>
          <p:cNvPicPr preferRelativeResize="0"/>
          <p:nvPr/>
        </p:nvPicPr>
        <p:blipFill>
          <a:blip r:embed="rId4">
            <a:alphaModFix/>
          </a:blip>
          <a:stretch>
            <a:fillRect/>
          </a:stretch>
        </p:blipFill>
        <p:spPr>
          <a:xfrm>
            <a:off x="1016000" y="148841"/>
            <a:ext cx="5486399" cy="5494317"/>
          </a:xfrm>
          <a:prstGeom prst="rect">
            <a:avLst/>
          </a:prstGeom>
          <a:noFill/>
          <a:ln>
            <a:noFill/>
          </a:ln>
        </p:spPr>
      </p:pic>
      <p:sp>
        <p:nvSpPr>
          <p:cNvPr id="98" name="Google Shape;98;p13"/>
          <p:cNvSpPr txBox="1"/>
          <p:nvPr/>
        </p:nvSpPr>
        <p:spPr>
          <a:xfrm>
            <a:off x="467300" y="5643150"/>
            <a:ext cx="68766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300">
                <a:solidFill>
                  <a:schemeClr val="lt1"/>
                </a:solidFill>
                <a:latin typeface="Oxygen"/>
                <a:ea typeface="Oxygen"/>
                <a:cs typeface="Oxygen"/>
                <a:sym typeface="Oxygen"/>
              </a:rPr>
              <a:t>kbase.us – engage@kbase.us – @DOEKBase  </a:t>
            </a:r>
            <a:endParaRPr b="1" sz="2300">
              <a:solidFill>
                <a:schemeClr val="lt1"/>
              </a:solidFill>
              <a:latin typeface="Oxygen"/>
              <a:ea typeface="Oxygen"/>
              <a:cs typeface="Oxygen"/>
              <a:sym typeface="Oxygen"/>
            </a:endParaRPr>
          </a:p>
        </p:txBody>
      </p:sp>
      <p:cxnSp>
        <p:nvCxnSpPr>
          <p:cNvPr id="99" name="Google Shape;99;p13"/>
          <p:cNvCxnSpPr/>
          <p:nvPr/>
        </p:nvCxnSpPr>
        <p:spPr>
          <a:xfrm flipH="1" rot="10800000">
            <a:off x="-16650" y="30184775"/>
            <a:ext cx="43982700" cy="3000"/>
          </a:xfrm>
          <a:prstGeom prst="straightConnector1">
            <a:avLst/>
          </a:prstGeom>
          <a:noFill/>
          <a:ln cap="flat" cmpd="sng" w="28575">
            <a:solidFill>
              <a:srgbClr val="5E9732"/>
            </a:solidFill>
            <a:prstDash val="solid"/>
            <a:round/>
            <a:headEnd len="sm" w="sm" type="none"/>
            <a:tailEnd len="sm" w="sm" type="none"/>
          </a:ln>
        </p:spPr>
      </p:cxnSp>
      <p:pic>
        <p:nvPicPr>
          <p:cNvPr id="100" name="Google Shape;100;p13"/>
          <p:cNvPicPr preferRelativeResize="0"/>
          <p:nvPr/>
        </p:nvPicPr>
        <p:blipFill>
          <a:blip r:embed="rId5">
            <a:alphaModFix/>
          </a:blip>
          <a:stretch>
            <a:fillRect/>
          </a:stretch>
        </p:blipFill>
        <p:spPr>
          <a:xfrm>
            <a:off x="36067725" y="31693164"/>
            <a:ext cx="3856776" cy="914400"/>
          </a:xfrm>
          <a:prstGeom prst="rect">
            <a:avLst/>
          </a:prstGeom>
          <a:noFill/>
          <a:ln>
            <a:noFill/>
          </a:ln>
        </p:spPr>
      </p:pic>
      <p:pic>
        <p:nvPicPr>
          <p:cNvPr id="101" name="Google Shape;101;p13"/>
          <p:cNvPicPr preferRelativeResize="0"/>
          <p:nvPr/>
        </p:nvPicPr>
        <p:blipFill>
          <a:blip r:embed="rId6">
            <a:alphaModFix/>
          </a:blip>
          <a:stretch>
            <a:fillRect/>
          </a:stretch>
        </p:blipFill>
        <p:spPr>
          <a:xfrm>
            <a:off x="40367775" y="31693168"/>
            <a:ext cx="914400" cy="914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