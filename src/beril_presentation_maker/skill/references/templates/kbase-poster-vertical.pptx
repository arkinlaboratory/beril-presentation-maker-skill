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Lst>
  <p:sldSz cy="43891200" cx="32918400"/>
  <p:notesSz cx="6858000" cy="9144000"/>
  <p:embeddedFontLst>
    <p:embeddedFont>
      <p:font typeface="Oxygen"/>
      <p:regular r:id="rId7"/>
      <p:bold r:id="rId8"/>
    </p:embeddedFont>
    <p:embeddedFont>
      <p:font typeface="Oxygen Light"/>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10368"/>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Oxygen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Oxygen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Oxygen-regular.fntdata"/><Relationship Id="rId8" Type="http://schemas.openxmlformats.org/officeDocument/2006/relationships/font" Target="fonts/Oxyge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122150" y="6353707"/>
            <a:ext cx="30674100" cy="175155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27300"/>
              <a:buNone/>
              <a:defRPr sz="27300"/>
            </a:lvl1pPr>
            <a:lvl2pPr lvl="1" algn="ctr">
              <a:spcBef>
                <a:spcPts val="0"/>
              </a:spcBef>
              <a:spcAft>
                <a:spcPts val="0"/>
              </a:spcAft>
              <a:buSzPts val="27300"/>
              <a:buNone/>
              <a:defRPr sz="27300"/>
            </a:lvl2pPr>
            <a:lvl3pPr lvl="2" algn="ctr">
              <a:spcBef>
                <a:spcPts val="0"/>
              </a:spcBef>
              <a:spcAft>
                <a:spcPts val="0"/>
              </a:spcAft>
              <a:buSzPts val="27300"/>
              <a:buNone/>
              <a:defRPr sz="27300"/>
            </a:lvl3pPr>
            <a:lvl4pPr lvl="3" algn="ctr">
              <a:spcBef>
                <a:spcPts val="0"/>
              </a:spcBef>
              <a:spcAft>
                <a:spcPts val="0"/>
              </a:spcAft>
              <a:buSzPts val="27300"/>
              <a:buNone/>
              <a:defRPr sz="27300"/>
            </a:lvl4pPr>
            <a:lvl5pPr lvl="4" algn="ctr">
              <a:spcBef>
                <a:spcPts val="0"/>
              </a:spcBef>
              <a:spcAft>
                <a:spcPts val="0"/>
              </a:spcAft>
              <a:buSzPts val="27300"/>
              <a:buNone/>
              <a:defRPr sz="27300"/>
            </a:lvl5pPr>
            <a:lvl6pPr lvl="5" algn="ctr">
              <a:spcBef>
                <a:spcPts val="0"/>
              </a:spcBef>
              <a:spcAft>
                <a:spcPts val="0"/>
              </a:spcAft>
              <a:buSzPts val="27300"/>
              <a:buNone/>
              <a:defRPr sz="27300"/>
            </a:lvl6pPr>
            <a:lvl7pPr lvl="6" algn="ctr">
              <a:spcBef>
                <a:spcPts val="0"/>
              </a:spcBef>
              <a:spcAft>
                <a:spcPts val="0"/>
              </a:spcAft>
              <a:buSzPts val="27300"/>
              <a:buNone/>
              <a:defRPr sz="27300"/>
            </a:lvl7pPr>
            <a:lvl8pPr lvl="7" algn="ctr">
              <a:spcBef>
                <a:spcPts val="0"/>
              </a:spcBef>
              <a:spcAft>
                <a:spcPts val="0"/>
              </a:spcAft>
              <a:buSzPts val="27300"/>
              <a:buNone/>
              <a:defRPr sz="27300"/>
            </a:lvl8pPr>
            <a:lvl9pPr lvl="8" algn="ctr">
              <a:spcBef>
                <a:spcPts val="0"/>
              </a:spcBef>
              <a:spcAft>
                <a:spcPts val="0"/>
              </a:spcAft>
              <a:buSzPts val="27300"/>
              <a:buNone/>
              <a:defRPr sz="27300"/>
            </a:lvl9pPr>
          </a:lstStyle>
          <a:p/>
        </p:txBody>
      </p:sp>
      <p:sp>
        <p:nvSpPr>
          <p:cNvPr id="15" name="Google Shape;15;p2"/>
          <p:cNvSpPr txBox="1"/>
          <p:nvPr>
            <p:ph idx="1" type="subTitle"/>
          </p:nvPr>
        </p:nvSpPr>
        <p:spPr>
          <a:xfrm>
            <a:off x="1122120" y="24184533"/>
            <a:ext cx="30674100" cy="6763500"/>
          </a:xfrm>
          <a:prstGeom prst="rect">
            <a:avLst/>
          </a:prstGeom>
        </p:spPr>
        <p:txBody>
          <a:bodyPr anchorCtr="0" anchor="t" bIns="479475" lIns="479475" spcFirstLastPara="1" rIns="479475" wrap="square" tIns="479475">
            <a:normAutofit/>
          </a:bodyPr>
          <a:lstStyle>
            <a:lvl1pPr lvl="0" algn="ctr">
              <a:lnSpc>
                <a:spcPct val="100000"/>
              </a:lnSpc>
              <a:spcBef>
                <a:spcPts val="0"/>
              </a:spcBef>
              <a:spcAft>
                <a:spcPts val="0"/>
              </a:spcAft>
              <a:buSzPts val="14700"/>
              <a:buNone/>
              <a:defRPr sz="14700"/>
            </a:lvl1pPr>
            <a:lvl2pPr lvl="1" algn="ctr">
              <a:lnSpc>
                <a:spcPct val="100000"/>
              </a:lnSpc>
              <a:spcBef>
                <a:spcPts val="0"/>
              </a:spcBef>
              <a:spcAft>
                <a:spcPts val="0"/>
              </a:spcAft>
              <a:buSzPts val="14700"/>
              <a:buNone/>
              <a:defRPr sz="14700"/>
            </a:lvl2pPr>
            <a:lvl3pPr lvl="2" algn="ctr">
              <a:lnSpc>
                <a:spcPct val="100000"/>
              </a:lnSpc>
              <a:spcBef>
                <a:spcPts val="0"/>
              </a:spcBef>
              <a:spcAft>
                <a:spcPts val="0"/>
              </a:spcAft>
              <a:buSzPts val="14700"/>
              <a:buNone/>
              <a:defRPr sz="14700"/>
            </a:lvl3pPr>
            <a:lvl4pPr lvl="3" algn="ctr">
              <a:lnSpc>
                <a:spcPct val="100000"/>
              </a:lnSpc>
              <a:spcBef>
                <a:spcPts val="0"/>
              </a:spcBef>
              <a:spcAft>
                <a:spcPts val="0"/>
              </a:spcAft>
              <a:buSzPts val="14700"/>
              <a:buNone/>
              <a:defRPr sz="14700"/>
            </a:lvl4pPr>
            <a:lvl5pPr lvl="4" algn="ctr">
              <a:lnSpc>
                <a:spcPct val="100000"/>
              </a:lnSpc>
              <a:spcBef>
                <a:spcPts val="0"/>
              </a:spcBef>
              <a:spcAft>
                <a:spcPts val="0"/>
              </a:spcAft>
              <a:buSzPts val="14700"/>
              <a:buNone/>
              <a:defRPr sz="14700"/>
            </a:lvl5pPr>
            <a:lvl6pPr lvl="5" algn="ctr">
              <a:lnSpc>
                <a:spcPct val="100000"/>
              </a:lnSpc>
              <a:spcBef>
                <a:spcPts val="0"/>
              </a:spcBef>
              <a:spcAft>
                <a:spcPts val="0"/>
              </a:spcAft>
              <a:buSzPts val="14700"/>
              <a:buNone/>
              <a:defRPr sz="14700"/>
            </a:lvl6pPr>
            <a:lvl7pPr lvl="6" algn="ctr">
              <a:lnSpc>
                <a:spcPct val="100000"/>
              </a:lnSpc>
              <a:spcBef>
                <a:spcPts val="0"/>
              </a:spcBef>
              <a:spcAft>
                <a:spcPts val="0"/>
              </a:spcAft>
              <a:buSzPts val="14700"/>
              <a:buNone/>
              <a:defRPr sz="14700"/>
            </a:lvl7pPr>
            <a:lvl8pPr lvl="7" algn="ctr">
              <a:lnSpc>
                <a:spcPct val="100000"/>
              </a:lnSpc>
              <a:spcBef>
                <a:spcPts val="0"/>
              </a:spcBef>
              <a:spcAft>
                <a:spcPts val="0"/>
              </a:spcAft>
              <a:buSzPts val="14700"/>
              <a:buNone/>
              <a:defRPr sz="14700"/>
            </a:lvl8pPr>
            <a:lvl9pPr lvl="8" algn="ctr">
              <a:lnSpc>
                <a:spcPct val="100000"/>
              </a:lnSpc>
              <a:spcBef>
                <a:spcPts val="0"/>
              </a:spcBef>
              <a:spcAft>
                <a:spcPts val="0"/>
              </a:spcAft>
              <a:buSzPts val="14700"/>
              <a:buNone/>
              <a:defRPr sz="14700"/>
            </a:lvl9pPr>
          </a:lstStyle>
          <a:p/>
        </p:txBody>
      </p:sp>
      <p:sp>
        <p:nvSpPr>
          <p:cNvPr id="16" name="Google Shape;16;p2"/>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122120" y="18353920"/>
            <a:ext cx="30674100" cy="7183500"/>
          </a:xfrm>
          <a:prstGeom prst="rect">
            <a:avLst/>
          </a:prstGeom>
        </p:spPr>
        <p:txBody>
          <a:bodyPr anchorCtr="0" anchor="ctr" bIns="479475" lIns="479475" spcFirstLastPara="1" rIns="479475" wrap="square" tIns="479475">
            <a:normAutofit/>
          </a:bodyPr>
          <a:lstStyle>
            <a:lvl1pPr lvl="0" algn="ctr">
              <a:spcBef>
                <a:spcPts val="0"/>
              </a:spcBef>
              <a:spcAft>
                <a:spcPts val="0"/>
              </a:spcAft>
              <a:buSzPts val="18900"/>
              <a:buNone/>
              <a:defRPr sz="18900"/>
            </a:lvl1pPr>
            <a:lvl2pPr lvl="1" algn="ctr">
              <a:spcBef>
                <a:spcPts val="0"/>
              </a:spcBef>
              <a:spcAft>
                <a:spcPts val="0"/>
              </a:spcAft>
              <a:buSzPts val="18900"/>
              <a:buNone/>
              <a:defRPr sz="18900"/>
            </a:lvl2pPr>
            <a:lvl3pPr lvl="2" algn="ctr">
              <a:spcBef>
                <a:spcPts val="0"/>
              </a:spcBef>
              <a:spcAft>
                <a:spcPts val="0"/>
              </a:spcAft>
              <a:buSzPts val="18900"/>
              <a:buNone/>
              <a:defRPr sz="18900"/>
            </a:lvl3pPr>
            <a:lvl4pPr lvl="3" algn="ctr">
              <a:spcBef>
                <a:spcPts val="0"/>
              </a:spcBef>
              <a:spcAft>
                <a:spcPts val="0"/>
              </a:spcAft>
              <a:buSzPts val="18900"/>
              <a:buNone/>
              <a:defRPr sz="18900"/>
            </a:lvl4pPr>
            <a:lvl5pPr lvl="4" algn="ctr">
              <a:spcBef>
                <a:spcPts val="0"/>
              </a:spcBef>
              <a:spcAft>
                <a:spcPts val="0"/>
              </a:spcAft>
              <a:buSzPts val="18900"/>
              <a:buNone/>
              <a:defRPr sz="18900"/>
            </a:lvl5pPr>
            <a:lvl6pPr lvl="5" algn="ctr">
              <a:spcBef>
                <a:spcPts val="0"/>
              </a:spcBef>
              <a:spcAft>
                <a:spcPts val="0"/>
              </a:spcAft>
              <a:buSzPts val="18900"/>
              <a:buNone/>
              <a:defRPr sz="18900"/>
            </a:lvl6pPr>
            <a:lvl7pPr lvl="6" algn="ctr">
              <a:spcBef>
                <a:spcPts val="0"/>
              </a:spcBef>
              <a:spcAft>
                <a:spcPts val="0"/>
              </a:spcAft>
              <a:buSzPts val="18900"/>
              <a:buNone/>
              <a:defRPr sz="18900"/>
            </a:lvl7pPr>
            <a:lvl8pPr lvl="7" algn="ctr">
              <a:spcBef>
                <a:spcPts val="0"/>
              </a:spcBef>
              <a:spcAft>
                <a:spcPts val="0"/>
              </a:spcAft>
              <a:buSzPts val="18900"/>
              <a:buNone/>
              <a:defRPr sz="18900"/>
            </a:lvl8pPr>
            <a:lvl9pPr lvl="8" algn="ctr">
              <a:spcBef>
                <a:spcPts val="0"/>
              </a:spcBef>
              <a:spcAft>
                <a:spcPts val="0"/>
              </a:spcAft>
              <a:buSzPts val="18900"/>
              <a:buNone/>
              <a:defRPr sz="18900"/>
            </a:lvl9pPr>
          </a:lstStyle>
          <a:p/>
        </p:txBody>
      </p:sp>
      <p:sp>
        <p:nvSpPr>
          <p:cNvPr id="19" name="Google Shape;19;p3"/>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1122120" y="3797547"/>
            <a:ext cx="30674100" cy="4887000"/>
          </a:xfrm>
          <a:prstGeom prst="rect">
            <a:avLst/>
          </a:prstGeom>
        </p:spPr>
        <p:txBody>
          <a:bodyPr anchorCtr="0" anchor="t" bIns="479475" lIns="479475" spcFirstLastPara="1" rIns="479475" wrap="square" tIns="479475">
            <a:normAutofit/>
          </a:bodyPr>
          <a:lstStyle>
            <a:lvl1pPr lvl="0">
              <a:spcBef>
                <a:spcPts val="0"/>
              </a:spcBef>
              <a:spcAft>
                <a:spcPts val="0"/>
              </a:spcAft>
              <a:buSzPts val="14700"/>
              <a:buNone/>
              <a:defRPr/>
            </a:lvl1pPr>
            <a:lvl2pPr lvl="1">
              <a:spcBef>
                <a:spcPts val="0"/>
              </a:spcBef>
              <a:spcAft>
                <a:spcPts val="0"/>
              </a:spcAft>
              <a:buSzPts val="14700"/>
              <a:buNone/>
              <a:defRPr/>
            </a:lvl2pPr>
            <a:lvl3pPr lvl="2">
              <a:spcBef>
                <a:spcPts val="0"/>
              </a:spcBef>
              <a:spcAft>
                <a:spcPts val="0"/>
              </a:spcAft>
              <a:buSzPts val="14700"/>
              <a:buNone/>
              <a:defRPr/>
            </a:lvl3pPr>
            <a:lvl4pPr lvl="3">
              <a:spcBef>
                <a:spcPts val="0"/>
              </a:spcBef>
              <a:spcAft>
                <a:spcPts val="0"/>
              </a:spcAft>
              <a:buSzPts val="14700"/>
              <a:buNone/>
              <a:defRPr/>
            </a:lvl4pPr>
            <a:lvl5pPr lvl="4">
              <a:spcBef>
                <a:spcPts val="0"/>
              </a:spcBef>
              <a:spcAft>
                <a:spcPts val="0"/>
              </a:spcAft>
              <a:buSzPts val="14700"/>
              <a:buNone/>
              <a:defRPr/>
            </a:lvl5pPr>
            <a:lvl6pPr lvl="5">
              <a:spcBef>
                <a:spcPts val="0"/>
              </a:spcBef>
              <a:spcAft>
                <a:spcPts val="0"/>
              </a:spcAft>
              <a:buSzPts val="14700"/>
              <a:buNone/>
              <a:defRPr/>
            </a:lvl6pPr>
            <a:lvl7pPr lvl="6">
              <a:spcBef>
                <a:spcPts val="0"/>
              </a:spcBef>
              <a:spcAft>
                <a:spcPts val="0"/>
              </a:spcAft>
              <a:buSzPts val="14700"/>
              <a:buNone/>
              <a:defRPr/>
            </a:lvl7pPr>
            <a:lvl8pPr lvl="7">
              <a:spcBef>
                <a:spcPts val="0"/>
              </a:spcBef>
              <a:spcAft>
                <a:spcPts val="0"/>
              </a:spcAft>
              <a:buSzPts val="14700"/>
              <a:buNone/>
              <a:defRPr/>
            </a:lvl8pPr>
            <a:lvl9pPr lvl="8">
              <a:spcBef>
                <a:spcPts val="0"/>
              </a:spcBef>
              <a:spcAft>
                <a:spcPts val="0"/>
              </a:spcAft>
              <a:buSzPts val="14700"/>
              <a:buNone/>
              <a:defRPr/>
            </a:lvl9pPr>
          </a:lstStyle>
          <a:p/>
        </p:txBody>
      </p:sp>
      <p:sp>
        <p:nvSpPr>
          <p:cNvPr id="22" name="Google Shape;22;p4"/>
          <p:cNvSpPr txBox="1"/>
          <p:nvPr>
            <p:ph idx="1" type="body"/>
          </p:nvPr>
        </p:nvSpPr>
        <p:spPr>
          <a:xfrm>
            <a:off x="1122120" y="9834453"/>
            <a:ext cx="30674100" cy="29153400"/>
          </a:xfrm>
          <a:prstGeom prst="rect">
            <a:avLst/>
          </a:prstGeom>
        </p:spPr>
        <p:txBody>
          <a:bodyPr anchorCtr="0" anchor="t" bIns="479475" lIns="479475" spcFirstLastPara="1" rIns="479475" wrap="square" tIns="479475">
            <a:normAutofit/>
          </a:bodyPr>
          <a:lstStyle>
            <a:lvl1pPr indent="-825500" lvl="0" marL="457200">
              <a:spcBef>
                <a:spcPts val="0"/>
              </a:spcBef>
              <a:spcAft>
                <a:spcPts val="0"/>
              </a:spcAft>
              <a:buSzPts val="9400"/>
              <a:buChar char="●"/>
              <a:defRPr/>
            </a:lvl1pPr>
            <a:lvl2pPr indent="-692150" lvl="1" marL="914400">
              <a:spcBef>
                <a:spcPts val="0"/>
              </a:spcBef>
              <a:spcAft>
                <a:spcPts val="0"/>
              </a:spcAft>
              <a:buSzPts val="7300"/>
              <a:buChar char="○"/>
              <a:defRPr/>
            </a:lvl2pPr>
            <a:lvl3pPr indent="-692150" lvl="2" marL="1371600">
              <a:spcBef>
                <a:spcPts val="0"/>
              </a:spcBef>
              <a:spcAft>
                <a:spcPts val="0"/>
              </a:spcAft>
              <a:buSzPts val="7300"/>
              <a:buChar char="■"/>
              <a:defRPr/>
            </a:lvl3pPr>
            <a:lvl4pPr indent="-692150" lvl="3" marL="1828800">
              <a:spcBef>
                <a:spcPts val="0"/>
              </a:spcBef>
              <a:spcAft>
                <a:spcPts val="0"/>
              </a:spcAft>
              <a:buSzPts val="7300"/>
              <a:buChar char="●"/>
              <a:defRPr/>
            </a:lvl4pPr>
            <a:lvl5pPr indent="-692150" lvl="4" marL="2286000">
              <a:spcBef>
                <a:spcPts val="0"/>
              </a:spcBef>
              <a:spcAft>
                <a:spcPts val="0"/>
              </a:spcAft>
              <a:buSzPts val="7300"/>
              <a:buChar char="○"/>
              <a:defRPr/>
            </a:lvl5pPr>
            <a:lvl6pPr indent="-692150" lvl="5" marL="2743200">
              <a:spcBef>
                <a:spcPts val="0"/>
              </a:spcBef>
              <a:spcAft>
                <a:spcPts val="0"/>
              </a:spcAft>
              <a:buSzPts val="7300"/>
              <a:buChar char="■"/>
              <a:defRPr/>
            </a:lvl6pPr>
            <a:lvl7pPr indent="-692150" lvl="6" marL="3200400">
              <a:spcBef>
                <a:spcPts val="0"/>
              </a:spcBef>
              <a:spcAft>
                <a:spcPts val="0"/>
              </a:spcAft>
              <a:buSzPts val="7300"/>
              <a:buChar char="●"/>
              <a:defRPr/>
            </a:lvl7pPr>
            <a:lvl8pPr indent="-692150" lvl="7" marL="3657600">
              <a:spcBef>
                <a:spcPts val="0"/>
              </a:spcBef>
              <a:spcAft>
                <a:spcPts val="0"/>
              </a:spcAft>
              <a:buSzPts val="7300"/>
              <a:buChar char="○"/>
              <a:defRPr/>
            </a:lvl8pPr>
            <a:lvl9pPr indent="-692150" lvl="8" marL="4114800">
              <a:spcBef>
                <a:spcPts val="0"/>
              </a:spcBef>
              <a:spcAft>
                <a:spcPts val="0"/>
              </a:spcAft>
              <a:buSzPts val="7300"/>
              <a:buChar char="■"/>
              <a:defRPr/>
            </a:lvl9pPr>
          </a:lstStyle>
          <a:p/>
        </p:txBody>
      </p:sp>
      <p:sp>
        <p:nvSpPr>
          <p:cNvPr id="23" name="Google Shape;23;p4"/>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1122120" y="3797547"/>
            <a:ext cx="30674100" cy="4887000"/>
          </a:xfrm>
          <a:prstGeom prst="rect">
            <a:avLst/>
          </a:prstGeom>
        </p:spPr>
        <p:txBody>
          <a:bodyPr anchorCtr="0" anchor="t" bIns="479475" lIns="479475" spcFirstLastPara="1" rIns="479475" wrap="square" tIns="479475">
            <a:normAutofit/>
          </a:bodyPr>
          <a:lstStyle>
            <a:lvl1pPr lvl="0">
              <a:spcBef>
                <a:spcPts val="0"/>
              </a:spcBef>
              <a:spcAft>
                <a:spcPts val="0"/>
              </a:spcAft>
              <a:buSzPts val="14700"/>
              <a:buNone/>
              <a:defRPr/>
            </a:lvl1pPr>
            <a:lvl2pPr lvl="1">
              <a:spcBef>
                <a:spcPts val="0"/>
              </a:spcBef>
              <a:spcAft>
                <a:spcPts val="0"/>
              </a:spcAft>
              <a:buSzPts val="14700"/>
              <a:buNone/>
              <a:defRPr/>
            </a:lvl2pPr>
            <a:lvl3pPr lvl="2">
              <a:spcBef>
                <a:spcPts val="0"/>
              </a:spcBef>
              <a:spcAft>
                <a:spcPts val="0"/>
              </a:spcAft>
              <a:buSzPts val="14700"/>
              <a:buNone/>
              <a:defRPr/>
            </a:lvl3pPr>
            <a:lvl4pPr lvl="3">
              <a:spcBef>
                <a:spcPts val="0"/>
              </a:spcBef>
              <a:spcAft>
                <a:spcPts val="0"/>
              </a:spcAft>
              <a:buSzPts val="14700"/>
              <a:buNone/>
              <a:defRPr/>
            </a:lvl4pPr>
            <a:lvl5pPr lvl="4">
              <a:spcBef>
                <a:spcPts val="0"/>
              </a:spcBef>
              <a:spcAft>
                <a:spcPts val="0"/>
              </a:spcAft>
              <a:buSzPts val="14700"/>
              <a:buNone/>
              <a:defRPr/>
            </a:lvl5pPr>
            <a:lvl6pPr lvl="5">
              <a:spcBef>
                <a:spcPts val="0"/>
              </a:spcBef>
              <a:spcAft>
                <a:spcPts val="0"/>
              </a:spcAft>
              <a:buSzPts val="14700"/>
              <a:buNone/>
              <a:defRPr/>
            </a:lvl6pPr>
            <a:lvl7pPr lvl="6">
              <a:spcBef>
                <a:spcPts val="0"/>
              </a:spcBef>
              <a:spcAft>
                <a:spcPts val="0"/>
              </a:spcAft>
              <a:buSzPts val="14700"/>
              <a:buNone/>
              <a:defRPr/>
            </a:lvl7pPr>
            <a:lvl8pPr lvl="7">
              <a:spcBef>
                <a:spcPts val="0"/>
              </a:spcBef>
              <a:spcAft>
                <a:spcPts val="0"/>
              </a:spcAft>
              <a:buSzPts val="14700"/>
              <a:buNone/>
              <a:defRPr/>
            </a:lvl8pPr>
            <a:lvl9pPr lvl="8">
              <a:spcBef>
                <a:spcPts val="0"/>
              </a:spcBef>
              <a:spcAft>
                <a:spcPts val="0"/>
              </a:spcAft>
              <a:buSzPts val="14700"/>
              <a:buNone/>
              <a:defRPr/>
            </a:lvl9pPr>
          </a:lstStyle>
          <a:p/>
        </p:txBody>
      </p:sp>
      <p:sp>
        <p:nvSpPr>
          <p:cNvPr id="26" name="Google Shape;26;p5"/>
          <p:cNvSpPr txBox="1"/>
          <p:nvPr>
            <p:ph idx="1" type="body"/>
          </p:nvPr>
        </p:nvSpPr>
        <p:spPr>
          <a:xfrm>
            <a:off x="1122120" y="9834453"/>
            <a:ext cx="14399700" cy="29153400"/>
          </a:xfrm>
          <a:prstGeom prst="rect">
            <a:avLst/>
          </a:prstGeom>
        </p:spPr>
        <p:txBody>
          <a:bodyPr anchorCtr="0" anchor="t" bIns="479475" lIns="479475" spcFirstLastPara="1" rIns="479475" wrap="square" tIns="479475">
            <a:normAutofit/>
          </a:bodyPr>
          <a:lstStyle>
            <a:lvl1pPr indent="-692150" lvl="0" marL="457200">
              <a:spcBef>
                <a:spcPts val="0"/>
              </a:spcBef>
              <a:spcAft>
                <a:spcPts val="0"/>
              </a:spcAft>
              <a:buSzPts val="7300"/>
              <a:buChar char="●"/>
              <a:defRPr sz="7300"/>
            </a:lvl1pPr>
            <a:lvl2pPr indent="-628650" lvl="1" marL="914400">
              <a:spcBef>
                <a:spcPts val="0"/>
              </a:spcBef>
              <a:spcAft>
                <a:spcPts val="0"/>
              </a:spcAft>
              <a:buSzPts val="6300"/>
              <a:buChar char="○"/>
              <a:defRPr sz="6300"/>
            </a:lvl2pPr>
            <a:lvl3pPr indent="-628650" lvl="2" marL="1371600">
              <a:spcBef>
                <a:spcPts val="0"/>
              </a:spcBef>
              <a:spcAft>
                <a:spcPts val="0"/>
              </a:spcAft>
              <a:buSzPts val="6300"/>
              <a:buChar char="■"/>
              <a:defRPr sz="6300"/>
            </a:lvl3pPr>
            <a:lvl4pPr indent="-628650" lvl="3" marL="1828800">
              <a:spcBef>
                <a:spcPts val="0"/>
              </a:spcBef>
              <a:spcAft>
                <a:spcPts val="0"/>
              </a:spcAft>
              <a:buSzPts val="6300"/>
              <a:buChar char="●"/>
              <a:defRPr sz="6300"/>
            </a:lvl4pPr>
            <a:lvl5pPr indent="-628650" lvl="4" marL="2286000">
              <a:spcBef>
                <a:spcPts val="0"/>
              </a:spcBef>
              <a:spcAft>
                <a:spcPts val="0"/>
              </a:spcAft>
              <a:buSzPts val="6300"/>
              <a:buChar char="○"/>
              <a:defRPr sz="6300"/>
            </a:lvl5pPr>
            <a:lvl6pPr indent="-628650" lvl="5" marL="2743200">
              <a:spcBef>
                <a:spcPts val="0"/>
              </a:spcBef>
              <a:spcAft>
                <a:spcPts val="0"/>
              </a:spcAft>
              <a:buSzPts val="6300"/>
              <a:buChar char="■"/>
              <a:defRPr sz="6300"/>
            </a:lvl6pPr>
            <a:lvl7pPr indent="-628650" lvl="6" marL="3200400">
              <a:spcBef>
                <a:spcPts val="0"/>
              </a:spcBef>
              <a:spcAft>
                <a:spcPts val="0"/>
              </a:spcAft>
              <a:buSzPts val="6300"/>
              <a:buChar char="●"/>
              <a:defRPr sz="6300"/>
            </a:lvl7pPr>
            <a:lvl8pPr indent="-628650" lvl="7" marL="3657600">
              <a:spcBef>
                <a:spcPts val="0"/>
              </a:spcBef>
              <a:spcAft>
                <a:spcPts val="0"/>
              </a:spcAft>
              <a:buSzPts val="6300"/>
              <a:buChar char="○"/>
              <a:defRPr sz="6300"/>
            </a:lvl8pPr>
            <a:lvl9pPr indent="-628650" lvl="8" marL="4114800">
              <a:spcBef>
                <a:spcPts val="0"/>
              </a:spcBef>
              <a:spcAft>
                <a:spcPts val="0"/>
              </a:spcAft>
              <a:buSzPts val="6300"/>
              <a:buChar char="■"/>
              <a:defRPr sz="6300"/>
            </a:lvl9pPr>
          </a:lstStyle>
          <a:p/>
        </p:txBody>
      </p:sp>
      <p:sp>
        <p:nvSpPr>
          <p:cNvPr id="27" name="Google Shape;27;p5"/>
          <p:cNvSpPr txBox="1"/>
          <p:nvPr>
            <p:ph idx="2" type="body"/>
          </p:nvPr>
        </p:nvSpPr>
        <p:spPr>
          <a:xfrm>
            <a:off x="17396640" y="9834453"/>
            <a:ext cx="14399700" cy="29153400"/>
          </a:xfrm>
          <a:prstGeom prst="rect">
            <a:avLst/>
          </a:prstGeom>
        </p:spPr>
        <p:txBody>
          <a:bodyPr anchorCtr="0" anchor="t" bIns="479475" lIns="479475" spcFirstLastPara="1" rIns="479475" wrap="square" tIns="479475">
            <a:normAutofit/>
          </a:bodyPr>
          <a:lstStyle>
            <a:lvl1pPr indent="-692150" lvl="0" marL="457200">
              <a:spcBef>
                <a:spcPts val="0"/>
              </a:spcBef>
              <a:spcAft>
                <a:spcPts val="0"/>
              </a:spcAft>
              <a:buSzPts val="7300"/>
              <a:buChar char="●"/>
              <a:defRPr sz="7300"/>
            </a:lvl1pPr>
            <a:lvl2pPr indent="-628650" lvl="1" marL="914400">
              <a:spcBef>
                <a:spcPts val="0"/>
              </a:spcBef>
              <a:spcAft>
                <a:spcPts val="0"/>
              </a:spcAft>
              <a:buSzPts val="6300"/>
              <a:buChar char="○"/>
              <a:defRPr sz="6300"/>
            </a:lvl2pPr>
            <a:lvl3pPr indent="-628650" lvl="2" marL="1371600">
              <a:spcBef>
                <a:spcPts val="0"/>
              </a:spcBef>
              <a:spcAft>
                <a:spcPts val="0"/>
              </a:spcAft>
              <a:buSzPts val="6300"/>
              <a:buChar char="■"/>
              <a:defRPr sz="6300"/>
            </a:lvl3pPr>
            <a:lvl4pPr indent="-628650" lvl="3" marL="1828800">
              <a:spcBef>
                <a:spcPts val="0"/>
              </a:spcBef>
              <a:spcAft>
                <a:spcPts val="0"/>
              </a:spcAft>
              <a:buSzPts val="6300"/>
              <a:buChar char="●"/>
              <a:defRPr sz="6300"/>
            </a:lvl4pPr>
            <a:lvl5pPr indent="-628650" lvl="4" marL="2286000">
              <a:spcBef>
                <a:spcPts val="0"/>
              </a:spcBef>
              <a:spcAft>
                <a:spcPts val="0"/>
              </a:spcAft>
              <a:buSzPts val="6300"/>
              <a:buChar char="○"/>
              <a:defRPr sz="6300"/>
            </a:lvl5pPr>
            <a:lvl6pPr indent="-628650" lvl="5" marL="2743200">
              <a:spcBef>
                <a:spcPts val="0"/>
              </a:spcBef>
              <a:spcAft>
                <a:spcPts val="0"/>
              </a:spcAft>
              <a:buSzPts val="6300"/>
              <a:buChar char="■"/>
              <a:defRPr sz="6300"/>
            </a:lvl6pPr>
            <a:lvl7pPr indent="-628650" lvl="6" marL="3200400">
              <a:spcBef>
                <a:spcPts val="0"/>
              </a:spcBef>
              <a:spcAft>
                <a:spcPts val="0"/>
              </a:spcAft>
              <a:buSzPts val="6300"/>
              <a:buChar char="●"/>
              <a:defRPr sz="6300"/>
            </a:lvl7pPr>
            <a:lvl8pPr indent="-628650" lvl="7" marL="3657600">
              <a:spcBef>
                <a:spcPts val="0"/>
              </a:spcBef>
              <a:spcAft>
                <a:spcPts val="0"/>
              </a:spcAft>
              <a:buSzPts val="6300"/>
              <a:buChar char="○"/>
              <a:defRPr sz="6300"/>
            </a:lvl8pPr>
            <a:lvl9pPr indent="-628650" lvl="8" marL="4114800">
              <a:spcBef>
                <a:spcPts val="0"/>
              </a:spcBef>
              <a:spcAft>
                <a:spcPts val="0"/>
              </a:spcAft>
              <a:buSzPts val="6300"/>
              <a:buChar char="■"/>
              <a:defRPr sz="6300"/>
            </a:lvl9pPr>
          </a:lstStyle>
          <a:p/>
        </p:txBody>
      </p:sp>
      <p:sp>
        <p:nvSpPr>
          <p:cNvPr id="28" name="Google Shape;28;p5"/>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1122120" y="3797547"/>
            <a:ext cx="30674100" cy="4887000"/>
          </a:xfrm>
          <a:prstGeom prst="rect">
            <a:avLst/>
          </a:prstGeom>
        </p:spPr>
        <p:txBody>
          <a:bodyPr anchorCtr="0" anchor="t" bIns="479475" lIns="479475" spcFirstLastPara="1" rIns="479475" wrap="square" tIns="479475">
            <a:normAutofit/>
          </a:bodyPr>
          <a:lstStyle>
            <a:lvl1pPr lvl="0">
              <a:spcBef>
                <a:spcPts val="0"/>
              </a:spcBef>
              <a:spcAft>
                <a:spcPts val="0"/>
              </a:spcAft>
              <a:buSzPts val="14700"/>
              <a:buNone/>
              <a:defRPr/>
            </a:lvl1pPr>
            <a:lvl2pPr lvl="1">
              <a:spcBef>
                <a:spcPts val="0"/>
              </a:spcBef>
              <a:spcAft>
                <a:spcPts val="0"/>
              </a:spcAft>
              <a:buSzPts val="14700"/>
              <a:buNone/>
              <a:defRPr/>
            </a:lvl2pPr>
            <a:lvl3pPr lvl="2">
              <a:spcBef>
                <a:spcPts val="0"/>
              </a:spcBef>
              <a:spcAft>
                <a:spcPts val="0"/>
              </a:spcAft>
              <a:buSzPts val="14700"/>
              <a:buNone/>
              <a:defRPr/>
            </a:lvl3pPr>
            <a:lvl4pPr lvl="3">
              <a:spcBef>
                <a:spcPts val="0"/>
              </a:spcBef>
              <a:spcAft>
                <a:spcPts val="0"/>
              </a:spcAft>
              <a:buSzPts val="14700"/>
              <a:buNone/>
              <a:defRPr/>
            </a:lvl4pPr>
            <a:lvl5pPr lvl="4">
              <a:spcBef>
                <a:spcPts val="0"/>
              </a:spcBef>
              <a:spcAft>
                <a:spcPts val="0"/>
              </a:spcAft>
              <a:buSzPts val="14700"/>
              <a:buNone/>
              <a:defRPr/>
            </a:lvl5pPr>
            <a:lvl6pPr lvl="5">
              <a:spcBef>
                <a:spcPts val="0"/>
              </a:spcBef>
              <a:spcAft>
                <a:spcPts val="0"/>
              </a:spcAft>
              <a:buSzPts val="14700"/>
              <a:buNone/>
              <a:defRPr/>
            </a:lvl6pPr>
            <a:lvl7pPr lvl="6">
              <a:spcBef>
                <a:spcPts val="0"/>
              </a:spcBef>
              <a:spcAft>
                <a:spcPts val="0"/>
              </a:spcAft>
              <a:buSzPts val="14700"/>
              <a:buNone/>
              <a:defRPr/>
            </a:lvl7pPr>
            <a:lvl8pPr lvl="7">
              <a:spcBef>
                <a:spcPts val="0"/>
              </a:spcBef>
              <a:spcAft>
                <a:spcPts val="0"/>
              </a:spcAft>
              <a:buSzPts val="14700"/>
              <a:buNone/>
              <a:defRPr/>
            </a:lvl8pPr>
            <a:lvl9pPr lvl="8">
              <a:spcBef>
                <a:spcPts val="0"/>
              </a:spcBef>
              <a:spcAft>
                <a:spcPts val="0"/>
              </a:spcAft>
              <a:buSzPts val="14700"/>
              <a:buNone/>
              <a:defRPr/>
            </a:lvl9pPr>
          </a:lstStyle>
          <a:p/>
        </p:txBody>
      </p:sp>
      <p:sp>
        <p:nvSpPr>
          <p:cNvPr id="31" name="Google Shape;31;p6"/>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1122120" y="4741120"/>
            <a:ext cx="10108800" cy="6448500"/>
          </a:xfrm>
          <a:prstGeom prst="rect">
            <a:avLst/>
          </a:prstGeom>
        </p:spPr>
        <p:txBody>
          <a:bodyPr anchorCtr="0" anchor="b" bIns="479475" lIns="479475" spcFirstLastPara="1" rIns="479475" wrap="square" tIns="479475">
            <a:normAutofit/>
          </a:bodyPr>
          <a:lstStyle>
            <a:lvl1pPr lvl="0">
              <a:spcBef>
                <a:spcPts val="0"/>
              </a:spcBef>
              <a:spcAft>
                <a:spcPts val="0"/>
              </a:spcAft>
              <a:buSzPts val="12600"/>
              <a:buNone/>
              <a:defRPr sz="12600"/>
            </a:lvl1pPr>
            <a:lvl2pPr lvl="1">
              <a:spcBef>
                <a:spcPts val="0"/>
              </a:spcBef>
              <a:spcAft>
                <a:spcPts val="0"/>
              </a:spcAft>
              <a:buSzPts val="12600"/>
              <a:buNone/>
              <a:defRPr sz="12600"/>
            </a:lvl2pPr>
            <a:lvl3pPr lvl="2">
              <a:spcBef>
                <a:spcPts val="0"/>
              </a:spcBef>
              <a:spcAft>
                <a:spcPts val="0"/>
              </a:spcAft>
              <a:buSzPts val="12600"/>
              <a:buNone/>
              <a:defRPr sz="12600"/>
            </a:lvl3pPr>
            <a:lvl4pPr lvl="3">
              <a:spcBef>
                <a:spcPts val="0"/>
              </a:spcBef>
              <a:spcAft>
                <a:spcPts val="0"/>
              </a:spcAft>
              <a:buSzPts val="12600"/>
              <a:buNone/>
              <a:defRPr sz="12600"/>
            </a:lvl4pPr>
            <a:lvl5pPr lvl="4">
              <a:spcBef>
                <a:spcPts val="0"/>
              </a:spcBef>
              <a:spcAft>
                <a:spcPts val="0"/>
              </a:spcAft>
              <a:buSzPts val="12600"/>
              <a:buNone/>
              <a:defRPr sz="12600"/>
            </a:lvl5pPr>
            <a:lvl6pPr lvl="5">
              <a:spcBef>
                <a:spcPts val="0"/>
              </a:spcBef>
              <a:spcAft>
                <a:spcPts val="0"/>
              </a:spcAft>
              <a:buSzPts val="12600"/>
              <a:buNone/>
              <a:defRPr sz="12600"/>
            </a:lvl6pPr>
            <a:lvl7pPr lvl="6">
              <a:spcBef>
                <a:spcPts val="0"/>
              </a:spcBef>
              <a:spcAft>
                <a:spcPts val="0"/>
              </a:spcAft>
              <a:buSzPts val="12600"/>
              <a:buNone/>
              <a:defRPr sz="12600"/>
            </a:lvl7pPr>
            <a:lvl8pPr lvl="7">
              <a:spcBef>
                <a:spcPts val="0"/>
              </a:spcBef>
              <a:spcAft>
                <a:spcPts val="0"/>
              </a:spcAft>
              <a:buSzPts val="12600"/>
              <a:buNone/>
              <a:defRPr sz="12600"/>
            </a:lvl8pPr>
            <a:lvl9pPr lvl="8">
              <a:spcBef>
                <a:spcPts val="0"/>
              </a:spcBef>
              <a:spcAft>
                <a:spcPts val="0"/>
              </a:spcAft>
              <a:buSzPts val="12600"/>
              <a:buNone/>
              <a:defRPr sz="12600"/>
            </a:lvl9pPr>
          </a:lstStyle>
          <a:p/>
        </p:txBody>
      </p:sp>
      <p:sp>
        <p:nvSpPr>
          <p:cNvPr id="34" name="Google Shape;34;p7"/>
          <p:cNvSpPr txBox="1"/>
          <p:nvPr>
            <p:ph idx="1" type="body"/>
          </p:nvPr>
        </p:nvSpPr>
        <p:spPr>
          <a:xfrm>
            <a:off x="1122120" y="11857920"/>
            <a:ext cx="10108800" cy="27130800"/>
          </a:xfrm>
          <a:prstGeom prst="rect">
            <a:avLst/>
          </a:prstGeom>
        </p:spPr>
        <p:txBody>
          <a:bodyPr anchorCtr="0" anchor="t" bIns="479475" lIns="479475" spcFirstLastPara="1" rIns="479475" wrap="square" tIns="479475">
            <a:normAutofit/>
          </a:bodyPr>
          <a:lstStyle>
            <a:lvl1pPr indent="-628650" lvl="0" marL="457200">
              <a:spcBef>
                <a:spcPts val="0"/>
              </a:spcBef>
              <a:spcAft>
                <a:spcPts val="0"/>
              </a:spcAft>
              <a:buSzPts val="6300"/>
              <a:buChar char="●"/>
              <a:defRPr sz="6300"/>
            </a:lvl1pPr>
            <a:lvl2pPr indent="-628650" lvl="1" marL="914400">
              <a:spcBef>
                <a:spcPts val="0"/>
              </a:spcBef>
              <a:spcAft>
                <a:spcPts val="0"/>
              </a:spcAft>
              <a:buSzPts val="6300"/>
              <a:buChar char="○"/>
              <a:defRPr sz="6300"/>
            </a:lvl2pPr>
            <a:lvl3pPr indent="-628650" lvl="2" marL="1371600">
              <a:spcBef>
                <a:spcPts val="0"/>
              </a:spcBef>
              <a:spcAft>
                <a:spcPts val="0"/>
              </a:spcAft>
              <a:buSzPts val="6300"/>
              <a:buChar char="■"/>
              <a:defRPr sz="6300"/>
            </a:lvl3pPr>
            <a:lvl4pPr indent="-628650" lvl="3" marL="1828800">
              <a:spcBef>
                <a:spcPts val="0"/>
              </a:spcBef>
              <a:spcAft>
                <a:spcPts val="0"/>
              </a:spcAft>
              <a:buSzPts val="6300"/>
              <a:buChar char="●"/>
              <a:defRPr sz="6300"/>
            </a:lvl4pPr>
            <a:lvl5pPr indent="-628650" lvl="4" marL="2286000">
              <a:spcBef>
                <a:spcPts val="0"/>
              </a:spcBef>
              <a:spcAft>
                <a:spcPts val="0"/>
              </a:spcAft>
              <a:buSzPts val="6300"/>
              <a:buChar char="○"/>
              <a:defRPr sz="6300"/>
            </a:lvl5pPr>
            <a:lvl6pPr indent="-628650" lvl="5" marL="2743200">
              <a:spcBef>
                <a:spcPts val="0"/>
              </a:spcBef>
              <a:spcAft>
                <a:spcPts val="0"/>
              </a:spcAft>
              <a:buSzPts val="6300"/>
              <a:buChar char="■"/>
              <a:defRPr sz="6300"/>
            </a:lvl6pPr>
            <a:lvl7pPr indent="-628650" lvl="6" marL="3200400">
              <a:spcBef>
                <a:spcPts val="0"/>
              </a:spcBef>
              <a:spcAft>
                <a:spcPts val="0"/>
              </a:spcAft>
              <a:buSzPts val="6300"/>
              <a:buChar char="●"/>
              <a:defRPr sz="6300"/>
            </a:lvl7pPr>
            <a:lvl8pPr indent="-628650" lvl="7" marL="3657600">
              <a:spcBef>
                <a:spcPts val="0"/>
              </a:spcBef>
              <a:spcAft>
                <a:spcPts val="0"/>
              </a:spcAft>
              <a:buSzPts val="6300"/>
              <a:buChar char="○"/>
              <a:defRPr sz="6300"/>
            </a:lvl8pPr>
            <a:lvl9pPr indent="-628650" lvl="8" marL="4114800">
              <a:spcBef>
                <a:spcPts val="0"/>
              </a:spcBef>
              <a:spcAft>
                <a:spcPts val="0"/>
              </a:spcAft>
              <a:buSzPts val="6300"/>
              <a:buChar char="■"/>
              <a:defRPr sz="6300"/>
            </a:lvl9pPr>
          </a:lstStyle>
          <a:p/>
        </p:txBody>
      </p:sp>
      <p:sp>
        <p:nvSpPr>
          <p:cNvPr id="35" name="Google Shape;35;p7"/>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1764900" y="3841280"/>
            <a:ext cx="22924200" cy="34908300"/>
          </a:xfrm>
          <a:prstGeom prst="rect">
            <a:avLst/>
          </a:prstGeom>
        </p:spPr>
        <p:txBody>
          <a:bodyPr anchorCtr="0" anchor="ctr" bIns="479475" lIns="479475" spcFirstLastPara="1" rIns="479475" wrap="square" tIns="479475">
            <a:normAutofit/>
          </a:bodyPr>
          <a:lstStyle>
            <a:lvl1pPr lvl="0">
              <a:spcBef>
                <a:spcPts val="0"/>
              </a:spcBef>
              <a:spcAft>
                <a:spcPts val="0"/>
              </a:spcAft>
              <a:buSzPts val="25200"/>
              <a:buNone/>
              <a:defRPr sz="25200"/>
            </a:lvl1pPr>
            <a:lvl2pPr lvl="1">
              <a:spcBef>
                <a:spcPts val="0"/>
              </a:spcBef>
              <a:spcAft>
                <a:spcPts val="0"/>
              </a:spcAft>
              <a:buSzPts val="25200"/>
              <a:buNone/>
              <a:defRPr sz="25200"/>
            </a:lvl2pPr>
            <a:lvl3pPr lvl="2">
              <a:spcBef>
                <a:spcPts val="0"/>
              </a:spcBef>
              <a:spcAft>
                <a:spcPts val="0"/>
              </a:spcAft>
              <a:buSzPts val="25200"/>
              <a:buNone/>
              <a:defRPr sz="25200"/>
            </a:lvl3pPr>
            <a:lvl4pPr lvl="3">
              <a:spcBef>
                <a:spcPts val="0"/>
              </a:spcBef>
              <a:spcAft>
                <a:spcPts val="0"/>
              </a:spcAft>
              <a:buSzPts val="25200"/>
              <a:buNone/>
              <a:defRPr sz="25200"/>
            </a:lvl4pPr>
            <a:lvl5pPr lvl="4">
              <a:spcBef>
                <a:spcPts val="0"/>
              </a:spcBef>
              <a:spcAft>
                <a:spcPts val="0"/>
              </a:spcAft>
              <a:buSzPts val="25200"/>
              <a:buNone/>
              <a:defRPr sz="25200"/>
            </a:lvl5pPr>
            <a:lvl6pPr lvl="5">
              <a:spcBef>
                <a:spcPts val="0"/>
              </a:spcBef>
              <a:spcAft>
                <a:spcPts val="0"/>
              </a:spcAft>
              <a:buSzPts val="25200"/>
              <a:buNone/>
              <a:defRPr sz="25200"/>
            </a:lvl6pPr>
            <a:lvl7pPr lvl="6">
              <a:spcBef>
                <a:spcPts val="0"/>
              </a:spcBef>
              <a:spcAft>
                <a:spcPts val="0"/>
              </a:spcAft>
              <a:buSzPts val="25200"/>
              <a:buNone/>
              <a:defRPr sz="25200"/>
            </a:lvl7pPr>
            <a:lvl8pPr lvl="7">
              <a:spcBef>
                <a:spcPts val="0"/>
              </a:spcBef>
              <a:spcAft>
                <a:spcPts val="0"/>
              </a:spcAft>
              <a:buSzPts val="25200"/>
              <a:buNone/>
              <a:defRPr sz="25200"/>
            </a:lvl8pPr>
            <a:lvl9pPr lvl="8">
              <a:spcBef>
                <a:spcPts val="0"/>
              </a:spcBef>
              <a:spcAft>
                <a:spcPts val="0"/>
              </a:spcAft>
              <a:buSzPts val="25200"/>
              <a:buNone/>
              <a:defRPr sz="25200"/>
            </a:lvl9pPr>
          </a:lstStyle>
          <a:p/>
        </p:txBody>
      </p:sp>
      <p:sp>
        <p:nvSpPr>
          <p:cNvPr id="38" name="Google Shape;38;p8"/>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16459200" y="-1067"/>
            <a:ext cx="16459200" cy="43891200"/>
          </a:xfrm>
          <a:prstGeom prst="rect">
            <a:avLst/>
          </a:prstGeom>
          <a:solidFill>
            <a:schemeClr val="lt2"/>
          </a:solidFill>
          <a:ln>
            <a:noFill/>
          </a:ln>
        </p:spPr>
        <p:txBody>
          <a:bodyPr anchorCtr="0" anchor="ctr" bIns="479475" lIns="479475" spcFirstLastPara="1" rIns="479475" wrap="square" tIns="479475">
            <a:noAutofit/>
          </a:bodyPr>
          <a:lstStyle/>
          <a:p>
            <a:pPr indent="0" lvl="0" marL="0" rtl="0" algn="l">
              <a:spcBef>
                <a:spcPts val="0"/>
              </a:spcBef>
              <a:spcAft>
                <a:spcPts val="0"/>
              </a:spcAft>
              <a:buNone/>
            </a:pPr>
            <a:r>
              <a:t/>
            </a:r>
            <a:endParaRPr/>
          </a:p>
        </p:txBody>
      </p:sp>
      <p:sp>
        <p:nvSpPr>
          <p:cNvPr id="41" name="Google Shape;41;p9"/>
          <p:cNvSpPr txBox="1"/>
          <p:nvPr>
            <p:ph type="title"/>
          </p:nvPr>
        </p:nvSpPr>
        <p:spPr>
          <a:xfrm>
            <a:off x="955800" y="10523093"/>
            <a:ext cx="14562600" cy="126489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22000"/>
              <a:buNone/>
              <a:defRPr sz="22000"/>
            </a:lvl1pPr>
            <a:lvl2pPr lvl="1" algn="ctr">
              <a:spcBef>
                <a:spcPts val="0"/>
              </a:spcBef>
              <a:spcAft>
                <a:spcPts val="0"/>
              </a:spcAft>
              <a:buSzPts val="22000"/>
              <a:buNone/>
              <a:defRPr sz="22000"/>
            </a:lvl2pPr>
            <a:lvl3pPr lvl="2" algn="ctr">
              <a:spcBef>
                <a:spcPts val="0"/>
              </a:spcBef>
              <a:spcAft>
                <a:spcPts val="0"/>
              </a:spcAft>
              <a:buSzPts val="22000"/>
              <a:buNone/>
              <a:defRPr sz="22000"/>
            </a:lvl3pPr>
            <a:lvl4pPr lvl="3" algn="ctr">
              <a:spcBef>
                <a:spcPts val="0"/>
              </a:spcBef>
              <a:spcAft>
                <a:spcPts val="0"/>
              </a:spcAft>
              <a:buSzPts val="22000"/>
              <a:buNone/>
              <a:defRPr sz="22000"/>
            </a:lvl4pPr>
            <a:lvl5pPr lvl="4" algn="ctr">
              <a:spcBef>
                <a:spcPts val="0"/>
              </a:spcBef>
              <a:spcAft>
                <a:spcPts val="0"/>
              </a:spcAft>
              <a:buSzPts val="22000"/>
              <a:buNone/>
              <a:defRPr sz="22000"/>
            </a:lvl5pPr>
            <a:lvl6pPr lvl="5" algn="ctr">
              <a:spcBef>
                <a:spcPts val="0"/>
              </a:spcBef>
              <a:spcAft>
                <a:spcPts val="0"/>
              </a:spcAft>
              <a:buSzPts val="22000"/>
              <a:buNone/>
              <a:defRPr sz="22000"/>
            </a:lvl6pPr>
            <a:lvl7pPr lvl="6" algn="ctr">
              <a:spcBef>
                <a:spcPts val="0"/>
              </a:spcBef>
              <a:spcAft>
                <a:spcPts val="0"/>
              </a:spcAft>
              <a:buSzPts val="22000"/>
              <a:buNone/>
              <a:defRPr sz="22000"/>
            </a:lvl7pPr>
            <a:lvl8pPr lvl="7" algn="ctr">
              <a:spcBef>
                <a:spcPts val="0"/>
              </a:spcBef>
              <a:spcAft>
                <a:spcPts val="0"/>
              </a:spcAft>
              <a:buSzPts val="22000"/>
              <a:buNone/>
              <a:defRPr sz="22000"/>
            </a:lvl8pPr>
            <a:lvl9pPr lvl="8" algn="ctr">
              <a:spcBef>
                <a:spcPts val="0"/>
              </a:spcBef>
              <a:spcAft>
                <a:spcPts val="0"/>
              </a:spcAft>
              <a:buSzPts val="22000"/>
              <a:buNone/>
              <a:defRPr sz="22000"/>
            </a:lvl9pPr>
          </a:lstStyle>
          <a:p/>
        </p:txBody>
      </p:sp>
      <p:sp>
        <p:nvSpPr>
          <p:cNvPr id="42" name="Google Shape;42;p9"/>
          <p:cNvSpPr txBox="1"/>
          <p:nvPr>
            <p:ph idx="1" type="subTitle"/>
          </p:nvPr>
        </p:nvSpPr>
        <p:spPr>
          <a:xfrm>
            <a:off x="955800" y="23919573"/>
            <a:ext cx="14562600" cy="10539600"/>
          </a:xfrm>
          <a:prstGeom prst="rect">
            <a:avLst/>
          </a:prstGeom>
        </p:spPr>
        <p:txBody>
          <a:bodyPr anchorCtr="0" anchor="t" bIns="479475" lIns="479475" spcFirstLastPara="1" rIns="479475" wrap="square" tIns="479475">
            <a:normAutofit/>
          </a:bodyPr>
          <a:lstStyle>
            <a:lvl1pPr lvl="0" algn="ctr">
              <a:lnSpc>
                <a:spcPct val="100000"/>
              </a:lnSpc>
              <a:spcBef>
                <a:spcPts val="0"/>
              </a:spcBef>
              <a:spcAft>
                <a:spcPts val="0"/>
              </a:spcAft>
              <a:buSzPts val="11000"/>
              <a:buNone/>
              <a:defRPr sz="11000"/>
            </a:lvl1pPr>
            <a:lvl2pPr lvl="1" algn="ctr">
              <a:lnSpc>
                <a:spcPct val="100000"/>
              </a:lnSpc>
              <a:spcBef>
                <a:spcPts val="0"/>
              </a:spcBef>
              <a:spcAft>
                <a:spcPts val="0"/>
              </a:spcAft>
              <a:buSzPts val="11000"/>
              <a:buNone/>
              <a:defRPr sz="11000"/>
            </a:lvl2pPr>
            <a:lvl3pPr lvl="2" algn="ctr">
              <a:lnSpc>
                <a:spcPct val="100000"/>
              </a:lnSpc>
              <a:spcBef>
                <a:spcPts val="0"/>
              </a:spcBef>
              <a:spcAft>
                <a:spcPts val="0"/>
              </a:spcAft>
              <a:buSzPts val="11000"/>
              <a:buNone/>
              <a:defRPr sz="11000"/>
            </a:lvl3pPr>
            <a:lvl4pPr lvl="3" algn="ctr">
              <a:lnSpc>
                <a:spcPct val="100000"/>
              </a:lnSpc>
              <a:spcBef>
                <a:spcPts val="0"/>
              </a:spcBef>
              <a:spcAft>
                <a:spcPts val="0"/>
              </a:spcAft>
              <a:buSzPts val="11000"/>
              <a:buNone/>
              <a:defRPr sz="11000"/>
            </a:lvl4pPr>
            <a:lvl5pPr lvl="4" algn="ctr">
              <a:lnSpc>
                <a:spcPct val="100000"/>
              </a:lnSpc>
              <a:spcBef>
                <a:spcPts val="0"/>
              </a:spcBef>
              <a:spcAft>
                <a:spcPts val="0"/>
              </a:spcAft>
              <a:buSzPts val="11000"/>
              <a:buNone/>
              <a:defRPr sz="11000"/>
            </a:lvl5pPr>
            <a:lvl6pPr lvl="5" algn="ctr">
              <a:lnSpc>
                <a:spcPct val="100000"/>
              </a:lnSpc>
              <a:spcBef>
                <a:spcPts val="0"/>
              </a:spcBef>
              <a:spcAft>
                <a:spcPts val="0"/>
              </a:spcAft>
              <a:buSzPts val="11000"/>
              <a:buNone/>
              <a:defRPr sz="11000"/>
            </a:lvl6pPr>
            <a:lvl7pPr lvl="6" algn="ctr">
              <a:lnSpc>
                <a:spcPct val="100000"/>
              </a:lnSpc>
              <a:spcBef>
                <a:spcPts val="0"/>
              </a:spcBef>
              <a:spcAft>
                <a:spcPts val="0"/>
              </a:spcAft>
              <a:buSzPts val="11000"/>
              <a:buNone/>
              <a:defRPr sz="11000"/>
            </a:lvl7pPr>
            <a:lvl8pPr lvl="7" algn="ctr">
              <a:lnSpc>
                <a:spcPct val="100000"/>
              </a:lnSpc>
              <a:spcBef>
                <a:spcPts val="0"/>
              </a:spcBef>
              <a:spcAft>
                <a:spcPts val="0"/>
              </a:spcAft>
              <a:buSzPts val="11000"/>
              <a:buNone/>
              <a:defRPr sz="11000"/>
            </a:lvl8pPr>
            <a:lvl9pPr lvl="8" algn="ctr">
              <a:lnSpc>
                <a:spcPct val="100000"/>
              </a:lnSpc>
              <a:spcBef>
                <a:spcPts val="0"/>
              </a:spcBef>
              <a:spcAft>
                <a:spcPts val="0"/>
              </a:spcAft>
              <a:buSzPts val="11000"/>
              <a:buNone/>
              <a:defRPr sz="11000"/>
            </a:lvl9pPr>
          </a:lstStyle>
          <a:p/>
        </p:txBody>
      </p:sp>
      <p:sp>
        <p:nvSpPr>
          <p:cNvPr id="43" name="Google Shape;43;p9"/>
          <p:cNvSpPr txBox="1"/>
          <p:nvPr>
            <p:ph idx="2" type="body"/>
          </p:nvPr>
        </p:nvSpPr>
        <p:spPr>
          <a:xfrm>
            <a:off x="17782200" y="6178773"/>
            <a:ext cx="13813200" cy="31531500"/>
          </a:xfrm>
          <a:prstGeom prst="rect">
            <a:avLst/>
          </a:prstGeom>
        </p:spPr>
        <p:txBody>
          <a:bodyPr anchorCtr="0" anchor="ctr" bIns="479475" lIns="479475" spcFirstLastPara="1" rIns="479475" wrap="square" tIns="479475">
            <a:normAutofit/>
          </a:bodyPr>
          <a:lstStyle>
            <a:lvl1pPr indent="-825500" lvl="0" marL="457200">
              <a:spcBef>
                <a:spcPts val="0"/>
              </a:spcBef>
              <a:spcAft>
                <a:spcPts val="0"/>
              </a:spcAft>
              <a:buSzPts val="9400"/>
              <a:buChar char="●"/>
              <a:defRPr/>
            </a:lvl1pPr>
            <a:lvl2pPr indent="-692150" lvl="1" marL="914400">
              <a:spcBef>
                <a:spcPts val="0"/>
              </a:spcBef>
              <a:spcAft>
                <a:spcPts val="0"/>
              </a:spcAft>
              <a:buSzPts val="7300"/>
              <a:buChar char="○"/>
              <a:defRPr/>
            </a:lvl2pPr>
            <a:lvl3pPr indent="-692150" lvl="2" marL="1371600">
              <a:spcBef>
                <a:spcPts val="0"/>
              </a:spcBef>
              <a:spcAft>
                <a:spcPts val="0"/>
              </a:spcAft>
              <a:buSzPts val="7300"/>
              <a:buChar char="■"/>
              <a:defRPr/>
            </a:lvl3pPr>
            <a:lvl4pPr indent="-692150" lvl="3" marL="1828800">
              <a:spcBef>
                <a:spcPts val="0"/>
              </a:spcBef>
              <a:spcAft>
                <a:spcPts val="0"/>
              </a:spcAft>
              <a:buSzPts val="7300"/>
              <a:buChar char="●"/>
              <a:defRPr/>
            </a:lvl4pPr>
            <a:lvl5pPr indent="-692150" lvl="4" marL="2286000">
              <a:spcBef>
                <a:spcPts val="0"/>
              </a:spcBef>
              <a:spcAft>
                <a:spcPts val="0"/>
              </a:spcAft>
              <a:buSzPts val="7300"/>
              <a:buChar char="○"/>
              <a:defRPr/>
            </a:lvl5pPr>
            <a:lvl6pPr indent="-692150" lvl="5" marL="2743200">
              <a:spcBef>
                <a:spcPts val="0"/>
              </a:spcBef>
              <a:spcAft>
                <a:spcPts val="0"/>
              </a:spcAft>
              <a:buSzPts val="7300"/>
              <a:buChar char="■"/>
              <a:defRPr/>
            </a:lvl6pPr>
            <a:lvl7pPr indent="-692150" lvl="6" marL="3200400">
              <a:spcBef>
                <a:spcPts val="0"/>
              </a:spcBef>
              <a:spcAft>
                <a:spcPts val="0"/>
              </a:spcAft>
              <a:buSzPts val="7300"/>
              <a:buChar char="●"/>
              <a:defRPr/>
            </a:lvl7pPr>
            <a:lvl8pPr indent="-692150" lvl="7" marL="3657600">
              <a:spcBef>
                <a:spcPts val="0"/>
              </a:spcBef>
              <a:spcAft>
                <a:spcPts val="0"/>
              </a:spcAft>
              <a:buSzPts val="7300"/>
              <a:buChar char="○"/>
              <a:defRPr/>
            </a:lvl8pPr>
            <a:lvl9pPr indent="-692150" lvl="8" marL="4114800">
              <a:spcBef>
                <a:spcPts val="0"/>
              </a:spcBef>
              <a:spcAft>
                <a:spcPts val="0"/>
              </a:spcAft>
              <a:buSzPts val="7300"/>
              <a:buChar char="■"/>
              <a:defRPr/>
            </a:lvl9pPr>
          </a:lstStyle>
          <a:p/>
        </p:txBody>
      </p:sp>
      <p:sp>
        <p:nvSpPr>
          <p:cNvPr id="44" name="Google Shape;44;p9"/>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1122120" y="36100907"/>
            <a:ext cx="21595800" cy="5163600"/>
          </a:xfrm>
          <a:prstGeom prst="rect">
            <a:avLst/>
          </a:prstGeom>
        </p:spPr>
        <p:txBody>
          <a:bodyPr anchorCtr="0" anchor="ctr" bIns="479475" lIns="479475" spcFirstLastPara="1" rIns="479475" wrap="square" tIns="479475">
            <a:normAutofit/>
          </a:bodyPr>
          <a:lstStyle>
            <a:lvl1pPr indent="-228600" lvl="0" marL="457200">
              <a:lnSpc>
                <a:spcPct val="100000"/>
              </a:lnSpc>
              <a:spcBef>
                <a:spcPts val="0"/>
              </a:spcBef>
              <a:spcAft>
                <a:spcPts val="0"/>
              </a:spcAft>
              <a:buSzPts val="9400"/>
              <a:buNone/>
              <a:defRPr/>
            </a:lvl1pPr>
          </a:lstStyle>
          <a:p/>
        </p:txBody>
      </p:sp>
      <p:sp>
        <p:nvSpPr>
          <p:cNvPr id="47" name="Google Shape;47;p10"/>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1122120" y="9438933"/>
            <a:ext cx="30674100" cy="16755300"/>
          </a:xfrm>
          <a:prstGeom prst="rect">
            <a:avLst/>
          </a:prstGeom>
        </p:spPr>
        <p:txBody>
          <a:bodyPr anchorCtr="0" anchor="b" bIns="479475" lIns="479475" spcFirstLastPara="1" rIns="479475" wrap="square" tIns="479475">
            <a:normAutofit/>
          </a:bodyPr>
          <a:lstStyle>
            <a:lvl1pPr lvl="0" algn="ctr">
              <a:spcBef>
                <a:spcPts val="0"/>
              </a:spcBef>
              <a:spcAft>
                <a:spcPts val="0"/>
              </a:spcAft>
              <a:buSzPts val="62900"/>
              <a:buNone/>
              <a:defRPr sz="62900"/>
            </a:lvl1pPr>
            <a:lvl2pPr lvl="1" algn="ctr">
              <a:spcBef>
                <a:spcPts val="0"/>
              </a:spcBef>
              <a:spcAft>
                <a:spcPts val="0"/>
              </a:spcAft>
              <a:buSzPts val="62900"/>
              <a:buNone/>
              <a:defRPr sz="62900"/>
            </a:lvl2pPr>
            <a:lvl3pPr lvl="2" algn="ctr">
              <a:spcBef>
                <a:spcPts val="0"/>
              </a:spcBef>
              <a:spcAft>
                <a:spcPts val="0"/>
              </a:spcAft>
              <a:buSzPts val="62900"/>
              <a:buNone/>
              <a:defRPr sz="62900"/>
            </a:lvl3pPr>
            <a:lvl4pPr lvl="3" algn="ctr">
              <a:spcBef>
                <a:spcPts val="0"/>
              </a:spcBef>
              <a:spcAft>
                <a:spcPts val="0"/>
              </a:spcAft>
              <a:buSzPts val="62900"/>
              <a:buNone/>
              <a:defRPr sz="62900"/>
            </a:lvl4pPr>
            <a:lvl5pPr lvl="4" algn="ctr">
              <a:spcBef>
                <a:spcPts val="0"/>
              </a:spcBef>
              <a:spcAft>
                <a:spcPts val="0"/>
              </a:spcAft>
              <a:buSzPts val="62900"/>
              <a:buNone/>
              <a:defRPr sz="62900"/>
            </a:lvl5pPr>
            <a:lvl6pPr lvl="5" algn="ctr">
              <a:spcBef>
                <a:spcPts val="0"/>
              </a:spcBef>
              <a:spcAft>
                <a:spcPts val="0"/>
              </a:spcAft>
              <a:buSzPts val="62900"/>
              <a:buNone/>
              <a:defRPr sz="62900"/>
            </a:lvl6pPr>
            <a:lvl7pPr lvl="6" algn="ctr">
              <a:spcBef>
                <a:spcPts val="0"/>
              </a:spcBef>
              <a:spcAft>
                <a:spcPts val="0"/>
              </a:spcAft>
              <a:buSzPts val="62900"/>
              <a:buNone/>
              <a:defRPr sz="62900"/>
            </a:lvl7pPr>
            <a:lvl8pPr lvl="7" algn="ctr">
              <a:spcBef>
                <a:spcPts val="0"/>
              </a:spcBef>
              <a:spcAft>
                <a:spcPts val="0"/>
              </a:spcAft>
              <a:buSzPts val="62900"/>
              <a:buNone/>
              <a:defRPr sz="62900"/>
            </a:lvl8pPr>
            <a:lvl9pPr lvl="8" algn="ctr">
              <a:spcBef>
                <a:spcPts val="0"/>
              </a:spcBef>
              <a:spcAft>
                <a:spcPts val="0"/>
              </a:spcAft>
              <a:buSzPts val="62900"/>
              <a:buNone/>
              <a:defRPr sz="62900"/>
            </a:lvl9pPr>
          </a:lstStyle>
          <a:p>
            <a:r>
              <a:t>xx%</a:t>
            </a:r>
          </a:p>
        </p:txBody>
      </p:sp>
      <p:sp>
        <p:nvSpPr>
          <p:cNvPr id="50" name="Google Shape;50;p11"/>
          <p:cNvSpPr txBox="1"/>
          <p:nvPr>
            <p:ph idx="1" type="body"/>
          </p:nvPr>
        </p:nvSpPr>
        <p:spPr>
          <a:xfrm>
            <a:off x="1122120" y="26898987"/>
            <a:ext cx="30674100" cy="11100300"/>
          </a:xfrm>
          <a:prstGeom prst="rect">
            <a:avLst/>
          </a:prstGeom>
        </p:spPr>
        <p:txBody>
          <a:bodyPr anchorCtr="0" anchor="t" bIns="479475" lIns="479475" spcFirstLastPara="1" rIns="479475" wrap="square" tIns="479475">
            <a:normAutofit/>
          </a:bodyPr>
          <a:lstStyle>
            <a:lvl1pPr indent="-825500" lvl="0" marL="457200" algn="ctr">
              <a:spcBef>
                <a:spcPts val="0"/>
              </a:spcBef>
              <a:spcAft>
                <a:spcPts val="0"/>
              </a:spcAft>
              <a:buSzPts val="9400"/>
              <a:buChar char="●"/>
              <a:defRPr/>
            </a:lvl1pPr>
            <a:lvl2pPr indent="-692150" lvl="1" marL="914400" algn="ctr">
              <a:spcBef>
                <a:spcPts val="0"/>
              </a:spcBef>
              <a:spcAft>
                <a:spcPts val="0"/>
              </a:spcAft>
              <a:buSzPts val="7300"/>
              <a:buChar char="○"/>
              <a:defRPr/>
            </a:lvl2pPr>
            <a:lvl3pPr indent="-692150" lvl="2" marL="1371600" algn="ctr">
              <a:spcBef>
                <a:spcPts val="0"/>
              </a:spcBef>
              <a:spcAft>
                <a:spcPts val="0"/>
              </a:spcAft>
              <a:buSzPts val="7300"/>
              <a:buChar char="■"/>
              <a:defRPr/>
            </a:lvl3pPr>
            <a:lvl4pPr indent="-692150" lvl="3" marL="1828800" algn="ctr">
              <a:spcBef>
                <a:spcPts val="0"/>
              </a:spcBef>
              <a:spcAft>
                <a:spcPts val="0"/>
              </a:spcAft>
              <a:buSzPts val="7300"/>
              <a:buChar char="●"/>
              <a:defRPr/>
            </a:lvl4pPr>
            <a:lvl5pPr indent="-692150" lvl="4" marL="2286000" algn="ctr">
              <a:spcBef>
                <a:spcPts val="0"/>
              </a:spcBef>
              <a:spcAft>
                <a:spcPts val="0"/>
              </a:spcAft>
              <a:buSzPts val="7300"/>
              <a:buChar char="○"/>
              <a:defRPr/>
            </a:lvl5pPr>
            <a:lvl6pPr indent="-692150" lvl="5" marL="2743200" algn="ctr">
              <a:spcBef>
                <a:spcPts val="0"/>
              </a:spcBef>
              <a:spcAft>
                <a:spcPts val="0"/>
              </a:spcAft>
              <a:buSzPts val="7300"/>
              <a:buChar char="■"/>
              <a:defRPr/>
            </a:lvl6pPr>
            <a:lvl7pPr indent="-692150" lvl="6" marL="3200400" algn="ctr">
              <a:spcBef>
                <a:spcPts val="0"/>
              </a:spcBef>
              <a:spcAft>
                <a:spcPts val="0"/>
              </a:spcAft>
              <a:buSzPts val="7300"/>
              <a:buChar char="●"/>
              <a:defRPr/>
            </a:lvl7pPr>
            <a:lvl8pPr indent="-692150" lvl="7" marL="3657600" algn="ctr">
              <a:spcBef>
                <a:spcPts val="0"/>
              </a:spcBef>
              <a:spcAft>
                <a:spcPts val="0"/>
              </a:spcAft>
              <a:buSzPts val="7300"/>
              <a:buChar char="○"/>
              <a:defRPr/>
            </a:lvl8pPr>
            <a:lvl9pPr indent="-692150" lvl="8" marL="4114800" algn="ctr">
              <a:spcBef>
                <a:spcPts val="0"/>
              </a:spcBef>
              <a:spcAft>
                <a:spcPts val="0"/>
              </a:spcAft>
              <a:buSzPts val="7300"/>
              <a:buChar char="■"/>
              <a:defRPr/>
            </a:lvl9pPr>
          </a:lstStyle>
          <a:p/>
        </p:txBody>
      </p:sp>
      <p:sp>
        <p:nvSpPr>
          <p:cNvPr id="51" name="Google Shape;51;p11"/>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30500848" y="39792783"/>
            <a:ext cx="1975200" cy="3358800"/>
          </a:xfrm>
          <a:prstGeom prst="rect">
            <a:avLst/>
          </a:prstGeom>
        </p:spPr>
        <p:txBody>
          <a:bodyPr anchorCtr="0" anchor="ctr" bIns="479475" lIns="479475" spcFirstLastPara="1" rIns="479475" wrap="square" tIns="479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54" name="Shape 54"/>
        <p:cNvGrpSpPr/>
        <p:nvPr/>
      </p:nvGrpSpPr>
      <p:grpSpPr>
        <a:xfrm>
          <a:off x="0" y="0"/>
          <a:ext cx="0" cy="0"/>
          <a:chOff x="0" y="0"/>
          <a:chExt cx="0" cy="0"/>
        </a:xfrm>
      </p:grpSpPr>
      <p:sp>
        <p:nvSpPr>
          <p:cNvPr id="55" name="Google Shape;55;p13"/>
          <p:cNvSpPr txBox="1"/>
          <p:nvPr>
            <p:ph type="ctrTitle"/>
          </p:nvPr>
        </p:nvSpPr>
        <p:spPr>
          <a:xfrm>
            <a:off x="2468880" y="13634722"/>
            <a:ext cx="27980700" cy="9408300"/>
          </a:xfrm>
          <a:prstGeom prst="rect">
            <a:avLst/>
          </a:prstGeom>
          <a:noFill/>
          <a:ln>
            <a:noFill/>
          </a:ln>
        </p:spPr>
        <p:txBody>
          <a:bodyPr anchorCtr="0" anchor="ctr" bIns="219450" lIns="438900" spcFirstLastPara="1" rIns="438900" wrap="square" tIns="219450">
            <a:normAutofit/>
          </a:bodyPr>
          <a:lstStyle>
            <a:lvl1pPr lvl="0" rtl="0" algn="ctr">
              <a:spcBef>
                <a:spcPts val="0"/>
              </a:spcBef>
              <a:spcAft>
                <a:spcPts val="0"/>
              </a:spcAft>
              <a:buClr>
                <a:schemeClr val="dk1"/>
              </a:buClr>
              <a:buSzPts val="3600"/>
              <a:buNone/>
              <a:defRPr/>
            </a:lvl1pPr>
            <a:lvl2pPr lvl="1" rtl="0">
              <a:spcBef>
                <a:spcPts val="0"/>
              </a:spcBef>
              <a:spcAft>
                <a:spcPts val="0"/>
              </a:spcAft>
              <a:buSzPts val="14700"/>
              <a:buNone/>
              <a:defRPr/>
            </a:lvl2pPr>
            <a:lvl3pPr lvl="2" rtl="0">
              <a:spcBef>
                <a:spcPts val="0"/>
              </a:spcBef>
              <a:spcAft>
                <a:spcPts val="0"/>
              </a:spcAft>
              <a:buSzPts val="14700"/>
              <a:buNone/>
              <a:defRPr/>
            </a:lvl3pPr>
            <a:lvl4pPr lvl="3" rtl="0">
              <a:spcBef>
                <a:spcPts val="0"/>
              </a:spcBef>
              <a:spcAft>
                <a:spcPts val="0"/>
              </a:spcAft>
              <a:buSzPts val="14700"/>
              <a:buNone/>
              <a:defRPr/>
            </a:lvl4pPr>
            <a:lvl5pPr lvl="4" rtl="0">
              <a:spcBef>
                <a:spcPts val="0"/>
              </a:spcBef>
              <a:spcAft>
                <a:spcPts val="0"/>
              </a:spcAft>
              <a:buSzPts val="14700"/>
              <a:buNone/>
              <a:defRPr/>
            </a:lvl5pPr>
            <a:lvl6pPr lvl="5" rtl="0">
              <a:spcBef>
                <a:spcPts val="0"/>
              </a:spcBef>
              <a:spcAft>
                <a:spcPts val="0"/>
              </a:spcAft>
              <a:buSzPts val="14700"/>
              <a:buNone/>
              <a:defRPr/>
            </a:lvl6pPr>
            <a:lvl7pPr lvl="6" rtl="0">
              <a:spcBef>
                <a:spcPts val="0"/>
              </a:spcBef>
              <a:spcAft>
                <a:spcPts val="0"/>
              </a:spcAft>
              <a:buSzPts val="14700"/>
              <a:buNone/>
              <a:defRPr/>
            </a:lvl7pPr>
            <a:lvl8pPr lvl="7" rtl="0">
              <a:spcBef>
                <a:spcPts val="0"/>
              </a:spcBef>
              <a:spcAft>
                <a:spcPts val="0"/>
              </a:spcAft>
              <a:buSzPts val="14700"/>
              <a:buNone/>
              <a:defRPr/>
            </a:lvl8pPr>
            <a:lvl9pPr lvl="8" rtl="0">
              <a:spcBef>
                <a:spcPts val="0"/>
              </a:spcBef>
              <a:spcAft>
                <a:spcPts val="0"/>
              </a:spcAft>
              <a:buSzPts val="14700"/>
              <a:buNone/>
              <a:defRPr/>
            </a:lvl9pPr>
          </a:lstStyle>
          <a:p/>
        </p:txBody>
      </p:sp>
      <p:sp>
        <p:nvSpPr>
          <p:cNvPr id="56" name="Google Shape;56;p13"/>
          <p:cNvSpPr txBox="1"/>
          <p:nvPr>
            <p:ph idx="1" type="subTitle"/>
          </p:nvPr>
        </p:nvSpPr>
        <p:spPr>
          <a:xfrm>
            <a:off x="4937760" y="24871680"/>
            <a:ext cx="23043000" cy="11216700"/>
          </a:xfrm>
          <a:prstGeom prst="rect">
            <a:avLst/>
          </a:prstGeom>
          <a:noFill/>
          <a:ln>
            <a:noFill/>
          </a:ln>
        </p:spPr>
        <p:txBody>
          <a:bodyPr anchorCtr="0" anchor="t" bIns="219450" lIns="438900" spcFirstLastPara="1" rIns="438900" wrap="square" tIns="219450">
            <a:normAutofit/>
          </a:bodyPr>
          <a:lstStyle>
            <a:lvl1pPr lvl="0" rtl="0" algn="ctr">
              <a:spcBef>
                <a:spcPts val="2300"/>
              </a:spcBef>
              <a:spcAft>
                <a:spcPts val="0"/>
              </a:spcAft>
              <a:buClr>
                <a:srgbClr val="888888"/>
              </a:buClr>
              <a:buSzPts val="11600"/>
              <a:buNone/>
              <a:defRPr>
                <a:solidFill>
                  <a:srgbClr val="888888"/>
                </a:solidFill>
              </a:defRPr>
            </a:lvl1pPr>
            <a:lvl2pPr lvl="1" rtl="0" algn="ctr">
              <a:spcBef>
                <a:spcPts val="6300"/>
              </a:spcBef>
              <a:spcAft>
                <a:spcPts val="0"/>
              </a:spcAft>
              <a:buClr>
                <a:srgbClr val="888888"/>
              </a:buClr>
              <a:buSzPts val="10100"/>
              <a:buNone/>
              <a:defRPr>
                <a:solidFill>
                  <a:srgbClr val="888888"/>
                </a:solidFill>
              </a:defRPr>
            </a:lvl2pPr>
            <a:lvl3pPr lvl="2" rtl="0" algn="ctr">
              <a:spcBef>
                <a:spcPts val="6300"/>
              </a:spcBef>
              <a:spcAft>
                <a:spcPts val="0"/>
              </a:spcAft>
              <a:buClr>
                <a:srgbClr val="888888"/>
              </a:buClr>
              <a:buSzPts val="8700"/>
              <a:buNone/>
              <a:defRPr>
                <a:solidFill>
                  <a:srgbClr val="888888"/>
                </a:solidFill>
              </a:defRPr>
            </a:lvl3pPr>
            <a:lvl4pPr lvl="3" rtl="0" algn="ctr">
              <a:spcBef>
                <a:spcPts val="6300"/>
              </a:spcBef>
              <a:spcAft>
                <a:spcPts val="0"/>
              </a:spcAft>
              <a:buClr>
                <a:srgbClr val="888888"/>
              </a:buClr>
              <a:buSzPts val="7200"/>
              <a:buNone/>
              <a:defRPr>
                <a:solidFill>
                  <a:srgbClr val="888888"/>
                </a:solidFill>
              </a:defRPr>
            </a:lvl4pPr>
            <a:lvl5pPr lvl="4" rtl="0" algn="ctr">
              <a:spcBef>
                <a:spcPts val="6300"/>
              </a:spcBef>
              <a:spcAft>
                <a:spcPts val="0"/>
              </a:spcAft>
              <a:buClr>
                <a:srgbClr val="888888"/>
              </a:buClr>
              <a:buSzPts val="7200"/>
              <a:buNone/>
              <a:defRPr>
                <a:solidFill>
                  <a:srgbClr val="888888"/>
                </a:solidFill>
              </a:defRPr>
            </a:lvl5pPr>
            <a:lvl6pPr lvl="5" rtl="0" algn="ctr">
              <a:spcBef>
                <a:spcPts val="6300"/>
              </a:spcBef>
              <a:spcAft>
                <a:spcPts val="0"/>
              </a:spcAft>
              <a:buClr>
                <a:srgbClr val="888888"/>
              </a:buClr>
              <a:buSzPts val="7200"/>
              <a:buNone/>
              <a:defRPr>
                <a:solidFill>
                  <a:srgbClr val="888888"/>
                </a:solidFill>
              </a:defRPr>
            </a:lvl6pPr>
            <a:lvl7pPr lvl="6" rtl="0" algn="ctr">
              <a:spcBef>
                <a:spcPts val="6300"/>
              </a:spcBef>
              <a:spcAft>
                <a:spcPts val="0"/>
              </a:spcAft>
              <a:buClr>
                <a:srgbClr val="888888"/>
              </a:buClr>
              <a:buSzPts val="7200"/>
              <a:buNone/>
              <a:defRPr>
                <a:solidFill>
                  <a:srgbClr val="888888"/>
                </a:solidFill>
              </a:defRPr>
            </a:lvl7pPr>
            <a:lvl8pPr lvl="7" rtl="0" algn="ctr">
              <a:spcBef>
                <a:spcPts val="6300"/>
              </a:spcBef>
              <a:spcAft>
                <a:spcPts val="0"/>
              </a:spcAft>
              <a:buClr>
                <a:srgbClr val="888888"/>
              </a:buClr>
              <a:buSzPts val="7200"/>
              <a:buNone/>
              <a:defRPr>
                <a:solidFill>
                  <a:srgbClr val="888888"/>
                </a:solidFill>
              </a:defRPr>
            </a:lvl8pPr>
            <a:lvl9pPr lvl="8" rtl="0" algn="ctr">
              <a:spcBef>
                <a:spcPts val="6300"/>
              </a:spcBef>
              <a:spcAft>
                <a:spcPts val="6300"/>
              </a:spcAft>
              <a:buClr>
                <a:srgbClr val="888888"/>
              </a:buClr>
              <a:buSzPts val="7200"/>
              <a:buNone/>
              <a:defRPr>
                <a:solidFill>
                  <a:srgbClr val="888888"/>
                </a:solidFill>
              </a:defRPr>
            </a:lvl9pPr>
          </a:lstStyle>
          <a:p/>
        </p:txBody>
      </p:sp>
      <p:sp>
        <p:nvSpPr>
          <p:cNvPr id="57" name="Google Shape;57;p13"/>
          <p:cNvSpPr txBox="1"/>
          <p:nvPr>
            <p:ph idx="10" type="dt"/>
          </p:nvPr>
        </p:nvSpPr>
        <p:spPr>
          <a:xfrm>
            <a:off x="1645920" y="40680641"/>
            <a:ext cx="7680900" cy="2336700"/>
          </a:xfrm>
          <a:prstGeom prst="rect">
            <a:avLst/>
          </a:prstGeom>
          <a:noFill/>
          <a:ln>
            <a:noFill/>
          </a:ln>
        </p:spPr>
        <p:txBody>
          <a:bodyPr anchorCtr="0" anchor="ctr" bIns="219450" lIns="438900" spcFirstLastPara="1" rIns="438900" wrap="square" tIns="21945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 name="Google Shape;58;p13"/>
          <p:cNvSpPr txBox="1"/>
          <p:nvPr>
            <p:ph idx="11" type="ftr"/>
          </p:nvPr>
        </p:nvSpPr>
        <p:spPr>
          <a:xfrm>
            <a:off x="11247120" y="40680641"/>
            <a:ext cx="10424100" cy="2336700"/>
          </a:xfrm>
          <a:prstGeom prst="rect">
            <a:avLst/>
          </a:prstGeom>
          <a:noFill/>
          <a:ln>
            <a:noFill/>
          </a:ln>
        </p:spPr>
        <p:txBody>
          <a:bodyPr anchorCtr="0" anchor="ctr" bIns="219450" lIns="438900" spcFirstLastPara="1" rIns="438900" wrap="square" tIns="21945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 name="Google Shape;59;p13"/>
          <p:cNvSpPr txBox="1"/>
          <p:nvPr>
            <p:ph idx="12" type="sldNum"/>
          </p:nvPr>
        </p:nvSpPr>
        <p:spPr>
          <a:xfrm>
            <a:off x="23591520" y="40680641"/>
            <a:ext cx="7680900" cy="2336700"/>
          </a:xfrm>
          <a:prstGeom prst="rect">
            <a:avLst/>
          </a:prstGeom>
          <a:noFill/>
          <a:ln>
            <a:noFill/>
          </a:ln>
        </p:spPr>
        <p:txBody>
          <a:bodyPr anchorCtr="0" anchor="ctr" bIns="219450" lIns="438900" spcFirstLastPara="1" rIns="438900" wrap="square" tIns="21945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122120" y="3797547"/>
            <a:ext cx="30674100" cy="4887000"/>
          </a:xfrm>
          <a:prstGeom prst="rect">
            <a:avLst/>
          </a:prstGeom>
          <a:noFill/>
          <a:ln>
            <a:noFill/>
          </a:ln>
        </p:spPr>
        <p:txBody>
          <a:bodyPr anchorCtr="0" anchor="t" bIns="479475" lIns="479475" spcFirstLastPara="1" rIns="479475" wrap="square" tIns="479475">
            <a:normAutofit/>
          </a:bodyPr>
          <a:lstStyle>
            <a:lvl1pPr lvl="0">
              <a:spcBef>
                <a:spcPts val="0"/>
              </a:spcBef>
              <a:spcAft>
                <a:spcPts val="0"/>
              </a:spcAft>
              <a:buClr>
                <a:schemeClr val="dk1"/>
              </a:buClr>
              <a:buSzPts val="14700"/>
              <a:buNone/>
              <a:defRPr sz="14700">
                <a:solidFill>
                  <a:schemeClr val="dk1"/>
                </a:solidFill>
              </a:defRPr>
            </a:lvl1pPr>
            <a:lvl2pPr lvl="1">
              <a:spcBef>
                <a:spcPts val="0"/>
              </a:spcBef>
              <a:spcAft>
                <a:spcPts val="0"/>
              </a:spcAft>
              <a:buClr>
                <a:schemeClr val="dk1"/>
              </a:buClr>
              <a:buSzPts val="14700"/>
              <a:buNone/>
              <a:defRPr sz="14700">
                <a:solidFill>
                  <a:schemeClr val="dk1"/>
                </a:solidFill>
              </a:defRPr>
            </a:lvl2pPr>
            <a:lvl3pPr lvl="2">
              <a:spcBef>
                <a:spcPts val="0"/>
              </a:spcBef>
              <a:spcAft>
                <a:spcPts val="0"/>
              </a:spcAft>
              <a:buClr>
                <a:schemeClr val="dk1"/>
              </a:buClr>
              <a:buSzPts val="14700"/>
              <a:buNone/>
              <a:defRPr sz="14700">
                <a:solidFill>
                  <a:schemeClr val="dk1"/>
                </a:solidFill>
              </a:defRPr>
            </a:lvl3pPr>
            <a:lvl4pPr lvl="3">
              <a:spcBef>
                <a:spcPts val="0"/>
              </a:spcBef>
              <a:spcAft>
                <a:spcPts val="0"/>
              </a:spcAft>
              <a:buClr>
                <a:schemeClr val="dk1"/>
              </a:buClr>
              <a:buSzPts val="14700"/>
              <a:buNone/>
              <a:defRPr sz="14700">
                <a:solidFill>
                  <a:schemeClr val="dk1"/>
                </a:solidFill>
              </a:defRPr>
            </a:lvl4pPr>
            <a:lvl5pPr lvl="4">
              <a:spcBef>
                <a:spcPts val="0"/>
              </a:spcBef>
              <a:spcAft>
                <a:spcPts val="0"/>
              </a:spcAft>
              <a:buClr>
                <a:schemeClr val="dk1"/>
              </a:buClr>
              <a:buSzPts val="14700"/>
              <a:buNone/>
              <a:defRPr sz="14700">
                <a:solidFill>
                  <a:schemeClr val="dk1"/>
                </a:solidFill>
              </a:defRPr>
            </a:lvl5pPr>
            <a:lvl6pPr lvl="5">
              <a:spcBef>
                <a:spcPts val="0"/>
              </a:spcBef>
              <a:spcAft>
                <a:spcPts val="0"/>
              </a:spcAft>
              <a:buClr>
                <a:schemeClr val="dk1"/>
              </a:buClr>
              <a:buSzPts val="14700"/>
              <a:buNone/>
              <a:defRPr sz="14700">
                <a:solidFill>
                  <a:schemeClr val="dk1"/>
                </a:solidFill>
              </a:defRPr>
            </a:lvl6pPr>
            <a:lvl7pPr lvl="6">
              <a:spcBef>
                <a:spcPts val="0"/>
              </a:spcBef>
              <a:spcAft>
                <a:spcPts val="0"/>
              </a:spcAft>
              <a:buClr>
                <a:schemeClr val="dk1"/>
              </a:buClr>
              <a:buSzPts val="14700"/>
              <a:buNone/>
              <a:defRPr sz="14700">
                <a:solidFill>
                  <a:schemeClr val="dk1"/>
                </a:solidFill>
              </a:defRPr>
            </a:lvl7pPr>
            <a:lvl8pPr lvl="7">
              <a:spcBef>
                <a:spcPts val="0"/>
              </a:spcBef>
              <a:spcAft>
                <a:spcPts val="0"/>
              </a:spcAft>
              <a:buClr>
                <a:schemeClr val="dk1"/>
              </a:buClr>
              <a:buSzPts val="14700"/>
              <a:buNone/>
              <a:defRPr sz="14700">
                <a:solidFill>
                  <a:schemeClr val="dk1"/>
                </a:solidFill>
              </a:defRPr>
            </a:lvl8pPr>
            <a:lvl9pPr lvl="8">
              <a:spcBef>
                <a:spcPts val="0"/>
              </a:spcBef>
              <a:spcAft>
                <a:spcPts val="0"/>
              </a:spcAft>
              <a:buClr>
                <a:schemeClr val="dk1"/>
              </a:buClr>
              <a:buSzPts val="14700"/>
              <a:buNone/>
              <a:defRPr sz="14700">
                <a:solidFill>
                  <a:schemeClr val="dk1"/>
                </a:solidFill>
              </a:defRPr>
            </a:lvl9pPr>
          </a:lstStyle>
          <a:p/>
        </p:txBody>
      </p:sp>
      <p:sp>
        <p:nvSpPr>
          <p:cNvPr id="11" name="Google Shape;11;p1"/>
          <p:cNvSpPr txBox="1"/>
          <p:nvPr>
            <p:ph idx="1" type="body"/>
          </p:nvPr>
        </p:nvSpPr>
        <p:spPr>
          <a:xfrm>
            <a:off x="1122120" y="9834453"/>
            <a:ext cx="30674100" cy="29153400"/>
          </a:xfrm>
          <a:prstGeom prst="rect">
            <a:avLst/>
          </a:prstGeom>
          <a:noFill/>
          <a:ln>
            <a:noFill/>
          </a:ln>
        </p:spPr>
        <p:txBody>
          <a:bodyPr anchorCtr="0" anchor="t" bIns="479475" lIns="479475" spcFirstLastPara="1" rIns="479475" wrap="square" tIns="479475">
            <a:normAutofit/>
          </a:bodyPr>
          <a:lstStyle>
            <a:lvl1pPr indent="-825500" lvl="0" marL="457200">
              <a:lnSpc>
                <a:spcPct val="115000"/>
              </a:lnSpc>
              <a:spcBef>
                <a:spcPts val="0"/>
              </a:spcBef>
              <a:spcAft>
                <a:spcPts val="0"/>
              </a:spcAft>
              <a:buClr>
                <a:schemeClr val="dk2"/>
              </a:buClr>
              <a:buSzPts val="9400"/>
              <a:buChar char="●"/>
              <a:defRPr sz="9400">
                <a:solidFill>
                  <a:schemeClr val="dk2"/>
                </a:solidFill>
              </a:defRPr>
            </a:lvl1pPr>
            <a:lvl2pPr indent="-692150" lvl="1" marL="914400">
              <a:lnSpc>
                <a:spcPct val="115000"/>
              </a:lnSpc>
              <a:spcBef>
                <a:spcPts val="0"/>
              </a:spcBef>
              <a:spcAft>
                <a:spcPts val="0"/>
              </a:spcAft>
              <a:buClr>
                <a:schemeClr val="dk2"/>
              </a:buClr>
              <a:buSzPts val="7300"/>
              <a:buChar char="○"/>
              <a:defRPr sz="7300">
                <a:solidFill>
                  <a:schemeClr val="dk2"/>
                </a:solidFill>
              </a:defRPr>
            </a:lvl2pPr>
            <a:lvl3pPr indent="-692150" lvl="2" marL="1371600">
              <a:lnSpc>
                <a:spcPct val="115000"/>
              </a:lnSpc>
              <a:spcBef>
                <a:spcPts val="0"/>
              </a:spcBef>
              <a:spcAft>
                <a:spcPts val="0"/>
              </a:spcAft>
              <a:buClr>
                <a:schemeClr val="dk2"/>
              </a:buClr>
              <a:buSzPts val="7300"/>
              <a:buChar char="■"/>
              <a:defRPr sz="7300">
                <a:solidFill>
                  <a:schemeClr val="dk2"/>
                </a:solidFill>
              </a:defRPr>
            </a:lvl3pPr>
            <a:lvl4pPr indent="-692150" lvl="3" marL="1828800">
              <a:lnSpc>
                <a:spcPct val="115000"/>
              </a:lnSpc>
              <a:spcBef>
                <a:spcPts val="0"/>
              </a:spcBef>
              <a:spcAft>
                <a:spcPts val="0"/>
              </a:spcAft>
              <a:buClr>
                <a:schemeClr val="dk2"/>
              </a:buClr>
              <a:buSzPts val="7300"/>
              <a:buChar char="●"/>
              <a:defRPr sz="7300">
                <a:solidFill>
                  <a:schemeClr val="dk2"/>
                </a:solidFill>
              </a:defRPr>
            </a:lvl4pPr>
            <a:lvl5pPr indent="-692150" lvl="4" marL="2286000">
              <a:lnSpc>
                <a:spcPct val="115000"/>
              </a:lnSpc>
              <a:spcBef>
                <a:spcPts val="0"/>
              </a:spcBef>
              <a:spcAft>
                <a:spcPts val="0"/>
              </a:spcAft>
              <a:buClr>
                <a:schemeClr val="dk2"/>
              </a:buClr>
              <a:buSzPts val="7300"/>
              <a:buChar char="○"/>
              <a:defRPr sz="7300">
                <a:solidFill>
                  <a:schemeClr val="dk2"/>
                </a:solidFill>
              </a:defRPr>
            </a:lvl5pPr>
            <a:lvl6pPr indent="-692150" lvl="5" marL="2743200">
              <a:lnSpc>
                <a:spcPct val="115000"/>
              </a:lnSpc>
              <a:spcBef>
                <a:spcPts val="0"/>
              </a:spcBef>
              <a:spcAft>
                <a:spcPts val="0"/>
              </a:spcAft>
              <a:buClr>
                <a:schemeClr val="dk2"/>
              </a:buClr>
              <a:buSzPts val="7300"/>
              <a:buChar char="■"/>
              <a:defRPr sz="7300">
                <a:solidFill>
                  <a:schemeClr val="dk2"/>
                </a:solidFill>
              </a:defRPr>
            </a:lvl6pPr>
            <a:lvl7pPr indent="-692150" lvl="6" marL="3200400">
              <a:lnSpc>
                <a:spcPct val="115000"/>
              </a:lnSpc>
              <a:spcBef>
                <a:spcPts val="0"/>
              </a:spcBef>
              <a:spcAft>
                <a:spcPts val="0"/>
              </a:spcAft>
              <a:buClr>
                <a:schemeClr val="dk2"/>
              </a:buClr>
              <a:buSzPts val="7300"/>
              <a:buChar char="●"/>
              <a:defRPr sz="7300">
                <a:solidFill>
                  <a:schemeClr val="dk2"/>
                </a:solidFill>
              </a:defRPr>
            </a:lvl7pPr>
            <a:lvl8pPr indent="-692150" lvl="7" marL="3657600">
              <a:lnSpc>
                <a:spcPct val="115000"/>
              </a:lnSpc>
              <a:spcBef>
                <a:spcPts val="0"/>
              </a:spcBef>
              <a:spcAft>
                <a:spcPts val="0"/>
              </a:spcAft>
              <a:buClr>
                <a:schemeClr val="dk2"/>
              </a:buClr>
              <a:buSzPts val="7300"/>
              <a:buChar char="○"/>
              <a:defRPr sz="7300">
                <a:solidFill>
                  <a:schemeClr val="dk2"/>
                </a:solidFill>
              </a:defRPr>
            </a:lvl8pPr>
            <a:lvl9pPr indent="-692150" lvl="8" marL="4114800">
              <a:lnSpc>
                <a:spcPct val="115000"/>
              </a:lnSpc>
              <a:spcBef>
                <a:spcPts val="0"/>
              </a:spcBef>
              <a:spcAft>
                <a:spcPts val="0"/>
              </a:spcAft>
              <a:buClr>
                <a:schemeClr val="dk2"/>
              </a:buClr>
              <a:buSzPts val="7300"/>
              <a:buChar char="■"/>
              <a:defRPr sz="7300">
                <a:solidFill>
                  <a:schemeClr val="dk2"/>
                </a:solidFill>
              </a:defRPr>
            </a:lvl9pPr>
          </a:lstStyle>
          <a:p/>
        </p:txBody>
      </p:sp>
      <p:sp>
        <p:nvSpPr>
          <p:cNvPr id="12" name="Google Shape;12;p1"/>
          <p:cNvSpPr txBox="1"/>
          <p:nvPr>
            <p:ph idx="12" type="sldNum"/>
          </p:nvPr>
        </p:nvSpPr>
        <p:spPr>
          <a:xfrm>
            <a:off x="30500848" y="39792783"/>
            <a:ext cx="1975200" cy="3358800"/>
          </a:xfrm>
          <a:prstGeom prst="rect">
            <a:avLst/>
          </a:prstGeom>
          <a:noFill/>
          <a:ln>
            <a:noFill/>
          </a:ln>
        </p:spPr>
        <p:txBody>
          <a:bodyPr anchorCtr="0" anchor="ctr" bIns="479475" lIns="479475" spcFirstLastPara="1" rIns="479475" wrap="square" tIns="479475">
            <a:normAutofit/>
          </a:bodyPr>
          <a:lstStyle>
            <a:lvl1pPr lvl="0" algn="r">
              <a:buNone/>
              <a:defRPr sz="5200">
                <a:solidFill>
                  <a:schemeClr val="dk2"/>
                </a:solidFill>
              </a:defRPr>
            </a:lvl1pPr>
            <a:lvl2pPr lvl="1" algn="r">
              <a:buNone/>
              <a:defRPr sz="5200">
                <a:solidFill>
                  <a:schemeClr val="dk2"/>
                </a:solidFill>
              </a:defRPr>
            </a:lvl2pPr>
            <a:lvl3pPr lvl="2" algn="r">
              <a:buNone/>
              <a:defRPr sz="5200">
                <a:solidFill>
                  <a:schemeClr val="dk2"/>
                </a:solidFill>
              </a:defRPr>
            </a:lvl3pPr>
            <a:lvl4pPr lvl="3" algn="r">
              <a:buNone/>
              <a:defRPr sz="5200">
                <a:solidFill>
                  <a:schemeClr val="dk2"/>
                </a:solidFill>
              </a:defRPr>
            </a:lvl4pPr>
            <a:lvl5pPr lvl="4" algn="r">
              <a:buNone/>
              <a:defRPr sz="5200">
                <a:solidFill>
                  <a:schemeClr val="dk2"/>
                </a:solidFill>
              </a:defRPr>
            </a:lvl5pPr>
            <a:lvl6pPr lvl="5" algn="r">
              <a:buNone/>
              <a:defRPr sz="5200">
                <a:solidFill>
                  <a:schemeClr val="dk2"/>
                </a:solidFill>
              </a:defRPr>
            </a:lvl6pPr>
            <a:lvl7pPr lvl="6" algn="r">
              <a:buNone/>
              <a:defRPr sz="5200">
                <a:solidFill>
                  <a:schemeClr val="dk2"/>
                </a:solidFill>
              </a:defRPr>
            </a:lvl7pPr>
            <a:lvl8pPr lvl="7" algn="r">
              <a:buNone/>
              <a:defRPr sz="5200">
                <a:solidFill>
                  <a:schemeClr val="dk2"/>
                </a:solidFill>
              </a:defRPr>
            </a:lvl8pPr>
            <a:lvl9pPr lvl="8" algn="r">
              <a:buNone/>
              <a:defRPr sz="52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0" y="12"/>
            <a:ext cx="32970600" cy="6087000"/>
          </a:xfrm>
          <a:prstGeom prst="rect">
            <a:avLst/>
          </a:prstGeom>
          <a:solidFill>
            <a:srgbClr val="007DC3"/>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00" lIns="182850" spcFirstLastPara="1" rIns="182850" wrap="square" tIns="91400">
            <a:noAutofit/>
          </a:bodyPr>
          <a:lstStyle/>
          <a:p>
            <a:pPr indent="0" lvl="0" marL="0" marR="0" rtl="0" algn="ctr">
              <a:spcBef>
                <a:spcPts val="0"/>
              </a:spcBef>
              <a:spcAft>
                <a:spcPts val="0"/>
              </a:spcAft>
              <a:buNone/>
            </a:pPr>
            <a:r>
              <a:rPr lang="en-US" sz="6500">
                <a:solidFill>
                  <a:schemeClr val="lt1"/>
                </a:solidFill>
                <a:latin typeface="Calibri"/>
                <a:ea typeface="Calibri"/>
                <a:cs typeface="Calibri"/>
                <a:sym typeface="Calibri"/>
              </a:rPr>
              <a:t> </a:t>
            </a:r>
            <a:endParaRPr b="0" i="0" sz="6500" u="none" cap="none" strike="noStrike">
              <a:solidFill>
                <a:schemeClr val="lt1"/>
              </a:solidFill>
              <a:latin typeface="Calibri"/>
              <a:ea typeface="Calibri"/>
              <a:cs typeface="Calibri"/>
              <a:sym typeface="Calibri"/>
            </a:endParaRPr>
          </a:p>
        </p:txBody>
      </p:sp>
      <p:sp>
        <p:nvSpPr>
          <p:cNvPr id="66" name="Google Shape;66;p14"/>
          <p:cNvSpPr txBox="1"/>
          <p:nvPr/>
        </p:nvSpPr>
        <p:spPr>
          <a:xfrm>
            <a:off x="7677050" y="388538"/>
            <a:ext cx="23971500" cy="1154100"/>
          </a:xfrm>
          <a:prstGeom prst="rect">
            <a:avLst/>
          </a:prstGeom>
          <a:no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rPr b="1" i="0" lang="en-US" sz="7200" u="none" cap="none" strike="noStrike">
                <a:solidFill>
                  <a:schemeClr val="lt1"/>
                </a:solidFill>
                <a:latin typeface="Oxygen"/>
                <a:ea typeface="Oxygen"/>
                <a:cs typeface="Oxygen"/>
                <a:sym typeface="Oxygen"/>
              </a:rPr>
              <a:t>TITLE</a:t>
            </a:r>
            <a:endParaRPr b="1" sz="7200">
              <a:solidFill>
                <a:schemeClr val="lt1"/>
              </a:solidFill>
              <a:latin typeface="Oxygen"/>
              <a:ea typeface="Oxygen"/>
              <a:cs typeface="Oxygen"/>
              <a:sym typeface="Oxygen"/>
            </a:endParaRPr>
          </a:p>
        </p:txBody>
      </p:sp>
      <p:sp>
        <p:nvSpPr>
          <p:cNvPr id="67" name="Google Shape;67;p14"/>
          <p:cNvSpPr txBox="1"/>
          <p:nvPr/>
        </p:nvSpPr>
        <p:spPr>
          <a:xfrm>
            <a:off x="7677050" y="2189653"/>
            <a:ext cx="23971500" cy="3508800"/>
          </a:xfrm>
          <a:prstGeom prst="rect">
            <a:avLst/>
          </a:prstGeom>
          <a:no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rPr b="1" lang="en-US" sz="3600">
                <a:solidFill>
                  <a:schemeClr val="lt1"/>
                </a:solidFill>
                <a:latin typeface="Calibri"/>
                <a:ea typeface="Calibri"/>
                <a:cs typeface="Calibri"/>
                <a:sym typeface="Calibri"/>
              </a:rPr>
              <a:t>NAME</a:t>
            </a:r>
            <a:r>
              <a:rPr b="1" baseline="30000" lang="en-US" sz="3600">
                <a:solidFill>
                  <a:schemeClr val="lt1"/>
                </a:solidFill>
                <a:latin typeface="Calibri"/>
                <a:ea typeface="Calibri"/>
                <a:cs typeface="Calibri"/>
                <a:sym typeface="Calibri"/>
              </a:rPr>
              <a:t>1</a:t>
            </a:r>
            <a:r>
              <a:rPr lang="en-US" sz="3600">
                <a:solidFill>
                  <a:schemeClr val="lt1"/>
                </a:solidFill>
                <a:latin typeface="Calibri"/>
                <a:ea typeface="Calibri"/>
                <a:cs typeface="Calibri"/>
                <a:sym typeface="Calibri"/>
              </a:rPr>
              <a:t>, </a:t>
            </a:r>
            <a:r>
              <a:rPr b="1" lang="en-US" sz="3600">
                <a:solidFill>
                  <a:schemeClr val="lt1"/>
                </a:solidFill>
                <a:latin typeface="Calibri"/>
                <a:ea typeface="Calibri"/>
                <a:cs typeface="Calibri"/>
                <a:sym typeface="Calibri"/>
              </a:rPr>
              <a:t>NAME</a:t>
            </a:r>
            <a:r>
              <a:rPr b="1" baseline="30000" lang="en-US" sz="3600">
                <a:solidFill>
                  <a:schemeClr val="lt1"/>
                </a:solidFill>
                <a:latin typeface="Calibri"/>
                <a:ea typeface="Calibri"/>
                <a:cs typeface="Calibri"/>
                <a:sym typeface="Calibri"/>
              </a:rPr>
              <a:t>2</a:t>
            </a:r>
            <a:r>
              <a:rPr lang="en-US" sz="3600">
                <a:solidFill>
                  <a:schemeClr val="lt1"/>
                </a:solidFill>
                <a:latin typeface="Calibri"/>
                <a:ea typeface="Calibri"/>
                <a:cs typeface="Calibri"/>
                <a:sym typeface="Calibri"/>
              </a:rPr>
              <a:t>, </a:t>
            </a:r>
            <a:r>
              <a:rPr b="1" lang="en-US" sz="3600">
                <a:solidFill>
                  <a:schemeClr val="lt1"/>
                </a:solidFill>
                <a:latin typeface="Calibri"/>
                <a:ea typeface="Calibri"/>
                <a:cs typeface="Calibri"/>
                <a:sym typeface="Calibri"/>
              </a:rPr>
              <a:t>NAME</a:t>
            </a:r>
            <a:r>
              <a:rPr b="1" baseline="30000" lang="en-US" sz="3600">
                <a:solidFill>
                  <a:schemeClr val="lt1"/>
                </a:solidFill>
                <a:latin typeface="Calibri"/>
                <a:ea typeface="Calibri"/>
                <a:cs typeface="Calibri"/>
                <a:sym typeface="Calibri"/>
              </a:rPr>
              <a:t>3</a:t>
            </a:r>
            <a:endParaRPr sz="3400"/>
          </a:p>
          <a:p>
            <a:pPr indent="0" lvl="0" marL="0" marR="0" rtl="0" algn="l">
              <a:spcBef>
                <a:spcPts val="0"/>
              </a:spcBef>
              <a:spcAft>
                <a:spcPts val="0"/>
              </a:spcAft>
              <a:buNone/>
            </a:pPr>
            <a:br>
              <a:rPr lang="en-US" sz="3200">
                <a:solidFill>
                  <a:schemeClr val="lt1"/>
                </a:solidFill>
                <a:latin typeface="Calibri"/>
                <a:ea typeface="Calibri"/>
                <a:cs typeface="Calibri"/>
                <a:sym typeface="Calibri"/>
              </a:rPr>
            </a:br>
            <a:r>
              <a:rPr baseline="30000" lang="en-US" sz="3200">
                <a:solidFill>
                  <a:schemeClr val="lt1"/>
                </a:solidFill>
                <a:latin typeface="Calibri"/>
                <a:ea typeface="Calibri"/>
                <a:cs typeface="Calibri"/>
                <a:sym typeface="Calibri"/>
              </a:rPr>
              <a:t>1</a:t>
            </a:r>
            <a:r>
              <a:rPr lang="en-US" sz="3200">
                <a:solidFill>
                  <a:schemeClr val="lt1"/>
                </a:solidFill>
                <a:latin typeface="Calibri"/>
                <a:ea typeface="Calibri"/>
                <a:cs typeface="Calibri"/>
                <a:sym typeface="Calibri"/>
              </a:rPr>
              <a:t>INSTITUTION, City, STATE; </a:t>
            </a:r>
            <a:r>
              <a:rPr baseline="30000" lang="en-US" sz="3200">
                <a:solidFill>
                  <a:schemeClr val="lt1"/>
                </a:solidFill>
                <a:latin typeface="Calibri"/>
                <a:ea typeface="Calibri"/>
                <a:cs typeface="Calibri"/>
                <a:sym typeface="Calibri"/>
              </a:rPr>
              <a:t>2</a:t>
            </a:r>
            <a:r>
              <a:rPr lang="en-US" sz="3200">
                <a:solidFill>
                  <a:schemeClr val="lt1"/>
                </a:solidFill>
                <a:latin typeface="Calibri"/>
                <a:ea typeface="Calibri"/>
                <a:cs typeface="Calibri"/>
                <a:sym typeface="Calibri"/>
              </a:rPr>
              <a:t>INSTITUTION, City, STATE; </a:t>
            </a:r>
            <a:r>
              <a:rPr baseline="30000" lang="en-US" sz="3200">
                <a:solidFill>
                  <a:schemeClr val="lt1"/>
                </a:solidFill>
                <a:latin typeface="Calibri"/>
                <a:ea typeface="Calibri"/>
                <a:cs typeface="Calibri"/>
                <a:sym typeface="Calibri"/>
              </a:rPr>
              <a:t>3</a:t>
            </a:r>
            <a:r>
              <a:rPr lang="en-US" sz="3200">
                <a:solidFill>
                  <a:schemeClr val="lt1"/>
                </a:solidFill>
                <a:latin typeface="Calibri"/>
                <a:ea typeface="Calibri"/>
                <a:cs typeface="Calibri"/>
                <a:sym typeface="Calibri"/>
              </a:rPr>
              <a:t>INSTITUTION, City, STATE; </a:t>
            </a:r>
            <a:endParaRPr sz="3100"/>
          </a:p>
        </p:txBody>
      </p:sp>
      <p:sp>
        <p:nvSpPr>
          <p:cNvPr id="68" name="Google Shape;68;p14"/>
          <p:cNvSpPr txBox="1"/>
          <p:nvPr/>
        </p:nvSpPr>
        <p:spPr>
          <a:xfrm>
            <a:off x="442275" y="5502175"/>
            <a:ext cx="6407100" cy="600300"/>
          </a:xfrm>
          <a:prstGeom prst="rect">
            <a:avLst/>
          </a:prstGeom>
          <a:noFill/>
          <a:ln>
            <a:noFill/>
          </a:ln>
        </p:spPr>
        <p:txBody>
          <a:bodyPr anchorCtr="0" anchor="t" bIns="91400" lIns="182850" spcFirstLastPara="1" rIns="182850" wrap="square" tIns="91400">
            <a:noAutofit/>
          </a:bodyPr>
          <a:lstStyle/>
          <a:p>
            <a:pPr indent="0" lvl="0" marL="0" marR="0" rtl="0" algn="ctr">
              <a:spcBef>
                <a:spcPts val="0"/>
              </a:spcBef>
              <a:spcAft>
                <a:spcPts val="0"/>
              </a:spcAft>
              <a:buNone/>
            </a:pPr>
            <a:r>
              <a:rPr b="1" lang="en-US" sz="2300">
                <a:solidFill>
                  <a:schemeClr val="lt1"/>
                </a:solidFill>
                <a:latin typeface="Oxygen"/>
                <a:ea typeface="Oxygen"/>
                <a:cs typeface="Oxygen"/>
                <a:sym typeface="Oxygen"/>
              </a:rPr>
              <a:t>kbase.us –</a:t>
            </a:r>
            <a:r>
              <a:rPr b="1" lang="en-US" sz="2300">
                <a:solidFill>
                  <a:schemeClr val="lt1"/>
                </a:solidFill>
                <a:latin typeface="Oxygen"/>
                <a:ea typeface="Oxygen"/>
                <a:cs typeface="Oxygen"/>
                <a:sym typeface="Oxygen"/>
              </a:rPr>
              <a:t> engage</a:t>
            </a:r>
            <a:r>
              <a:rPr b="1" lang="en-US" sz="2300">
                <a:solidFill>
                  <a:schemeClr val="lt1"/>
                </a:solidFill>
                <a:latin typeface="Oxygen"/>
                <a:ea typeface="Oxygen"/>
                <a:cs typeface="Oxygen"/>
                <a:sym typeface="Oxygen"/>
              </a:rPr>
              <a:t>@kbase.us – @DOEKBase  </a:t>
            </a:r>
            <a:endParaRPr b="1" sz="2300">
              <a:solidFill>
                <a:schemeClr val="lt1"/>
              </a:solidFill>
              <a:latin typeface="Oxygen"/>
              <a:ea typeface="Oxygen"/>
              <a:cs typeface="Oxygen"/>
              <a:sym typeface="Oxygen"/>
            </a:endParaRPr>
          </a:p>
        </p:txBody>
      </p:sp>
      <p:cxnSp>
        <p:nvCxnSpPr>
          <p:cNvPr id="69" name="Google Shape;69;p14"/>
          <p:cNvCxnSpPr/>
          <p:nvPr/>
        </p:nvCxnSpPr>
        <p:spPr>
          <a:xfrm>
            <a:off x="-19650" y="6124500"/>
            <a:ext cx="33009900" cy="9000"/>
          </a:xfrm>
          <a:prstGeom prst="straightConnector1">
            <a:avLst/>
          </a:prstGeom>
          <a:noFill/>
          <a:ln cap="flat" cmpd="sng" w="28575">
            <a:solidFill>
              <a:srgbClr val="5E9732"/>
            </a:solidFill>
            <a:prstDash val="solid"/>
            <a:round/>
            <a:headEnd len="sm" w="sm" type="none"/>
            <a:tailEnd len="sm" w="sm" type="none"/>
          </a:ln>
        </p:spPr>
      </p:cxnSp>
      <p:sp>
        <p:nvSpPr>
          <p:cNvPr id="70" name="Google Shape;70;p14"/>
          <p:cNvSpPr/>
          <p:nvPr/>
        </p:nvSpPr>
        <p:spPr>
          <a:xfrm>
            <a:off x="-12274" y="41840847"/>
            <a:ext cx="32976900" cy="2050500"/>
          </a:xfrm>
          <a:prstGeom prst="rect">
            <a:avLst/>
          </a:prstGeom>
          <a:solidFill>
            <a:srgbClr val="007DC3"/>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6500">
              <a:solidFill>
                <a:schemeClr val="lt1"/>
              </a:solidFill>
              <a:latin typeface="Calibri"/>
              <a:ea typeface="Calibri"/>
              <a:cs typeface="Calibri"/>
              <a:sym typeface="Calibri"/>
            </a:endParaRPr>
          </a:p>
        </p:txBody>
      </p:sp>
      <p:sp>
        <p:nvSpPr>
          <p:cNvPr id="71" name="Google Shape;71;p14"/>
          <p:cNvSpPr/>
          <p:nvPr/>
        </p:nvSpPr>
        <p:spPr>
          <a:xfrm>
            <a:off x="6093400" y="41997900"/>
            <a:ext cx="21270000" cy="1736400"/>
          </a:xfrm>
          <a:prstGeom prst="rect">
            <a:avLst/>
          </a:prstGeom>
          <a:no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rPr lang="en-US" sz="3200">
                <a:solidFill>
                  <a:schemeClr val="lt1"/>
                </a:solidFill>
                <a:latin typeface="Oxygen Light"/>
                <a:ea typeface="Oxygen Light"/>
                <a:cs typeface="Oxygen Light"/>
                <a:sym typeface="Oxygen Light"/>
              </a:rPr>
              <a:t>Funding: This work is supported as part of the Genomic Sciences Program DOE Systems Biology Knowledgebase (KBase) funded by the U.S. Department of Energy, Office of Science, Office of Biological and Environmental Research under Award Numbers DE-AC02-05CH11231, DE-AC02-06CH11357, DE-AC05-00OR22725, and DE-AC02-98CH10886.</a:t>
            </a:r>
            <a:endParaRPr sz="3200">
              <a:latin typeface="Oxygen Light"/>
              <a:ea typeface="Oxygen Light"/>
              <a:cs typeface="Oxygen Light"/>
              <a:sym typeface="Oxygen Light"/>
            </a:endParaRPr>
          </a:p>
        </p:txBody>
      </p:sp>
      <p:cxnSp>
        <p:nvCxnSpPr>
          <p:cNvPr id="72" name="Google Shape;72;p14"/>
          <p:cNvCxnSpPr/>
          <p:nvPr/>
        </p:nvCxnSpPr>
        <p:spPr>
          <a:xfrm flipH="1" rot="10800000">
            <a:off x="-68575" y="41840050"/>
            <a:ext cx="33009900" cy="9000"/>
          </a:xfrm>
          <a:prstGeom prst="straightConnector1">
            <a:avLst/>
          </a:prstGeom>
          <a:noFill/>
          <a:ln cap="flat" cmpd="sng" w="28575">
            <a:solidFill>
              <a:srgbClr val="5E9732"/>
            </a:solidFill>
            <a:prstDash val="solid"/>
            <a:round/>
            <a:headEnd len="sm" w="sm" type="none"/>
            <a:tailEnd len="sm" w="sm" type="none"/>
          </a:ln>
        </p:spPr>
      </p:cxnSp>
      <p:pic>
        <p:nvPicPr>
          <p:cNvPr id="73" name="Google Shape;73;p14"/>
          <p:cNvPicPr preferRelativeResize="0"/>
          <p:nvPr/>
        </p:nvPicPr>
        <p:blipFill>
          <a:blip r:embed="rId3">
            <a:alphaModFix/>
          </a:blip>
          <a:stretch>
            <a:fillRect/>
          </a:stretch>
        </p:blipFill>
        <p:spPr>
          <a:xfrm>
            <a:off x="902625" y="-15484"/>
            <a:ext cx="5486399" cy="5494317"/>
          </a:xfrm>
          <a:prstGeom prst="rect">
            <a:avLst/>
          </a:prstGeom>
          <a:noFill/>
          <a:ln>
            <a:noFill/>
          </a:ln>
        </p:spPr>
      </p:pic>
      <p:sp>
        <p:nvSpPr>
          <p:cNvPr id="74" name="Google Shape;74;p14"/>
          <p:cNvSpPr txBox="1"/>
          <p:nvPr/>
        </p:nvSpPr>
        <p:spPr>
          <a:xfrm>
            <a:off x="27549537" y="41840038"/>
            <a:ext cx="4869000" cy="1118400"/>
          </a:xfrm>
          <a:prstGeom prst="rect">
            <a:avLst/>
          </a:prstGeom>
          <a:noFill/>
          <a:ln>
            <a:noFill/>
          </a:ln>
        </p:spPr>
        <p:txBody>
          <a:bodyPr anchorCtr="0" anchor="t" bIns="91400" lIns="182850" spcFirstLastPara="1" rIns="182850" wrap="square" tIns="91400">
            <a:noAutofit/>
          </a:bodyPr>
          <a:lstStyle/>
          <a:p>
            <a:pPr indent="0" lvl="0" marL="0" marR="0" rtl="0" algn="ctr">
              <a:spcBef>
                <a:spcPts val="0"/>
              </a:spcBef>
              <a:spcAft>
                <a:spcPts val="0"/>
              </a:spcAft>
              <a:buNone/>
            </a:pPr>
            <a:r>
              <a:rPr b="1" lang="en-US" sz="6400">
                <a:solidFill>
                  <a:srgbClr val="FFFFFF"/>
                </a:solidFill>
                <a:latin typeface="Calibri"/>
                <a:ea typeface="Calibri"/>
                <a:cs typeface="Calibri"/>
                <a:sym typeface="Calibri"/>
              </a:rPr>
              <a:t>kbase.us</a:t>
            </a:r>
            <a:endParaRPr sz="6400"/>
          </a:p>
        </p:txBody>
      </p:sp>
      <p:pic>
        <p:nvPicPr>
          <p:cNvPr id="75" name="Google Shape;75;p14"/>
          <p:cNvPicPr preferRelativeResize="0"/>
          <p:nvPr/>
        </p:nvPicPr>
        <p:blipFill>
          <a:blip r:embed="rId4">
            <a:alphaModFix/>
          </a:blip>
          <a:stretch>
            <a:fillRect/>
          </a:stretch>
        </p:blipFill>
        <p:spPr>
          <a:xfrm>
            <a:off x="28154192" y="42958459"/>
            <a:ext cx="2706815" cy="640077"/>
          </a:xfrm>
          <a:prstGeom prst="rect">
            <a:avLst/>
          </a:prstGeom>
          <a:noFill/>
          <a:ln>
            <a:noFill/>
          </a:ln>
        </p:spPr>
      </p:pic>
      <p:pic>
        <p:nvPicPr>
          <p:cNvPr id="76" name="Google Shape;76;p14"/>
          <p:cNvPicPr preferRelativeResize="0"/>
          <p:nvPr/>
        </p:nvPicPr>
        <p:blipFill>
          <a:blip r:embed="rId5">
            <a:alphaModFix/>
          </a:blip>
          <a:stretch>
            <a:fillRect/>
          </a:stretch>
        </p:blipFill>
        <p:spPr>
          <a:xfrm>
            <a:off x="31172113" y="42958462"/>
            <a:ext cx="641757" cy="640077"/>
          </a:xfrm>
          <a:prstGeom prst="rect">
            <a:avLst/>
          </a:prstGeom>
          <a:noFill/>
          <a:ln>
            <a:noFill/>
          </a:ln>
        </p:spPr>
      </p:pic>
      <p:pic>
        <p:nvPicPr>
          <p:cNvPr id="77" name="Google Shape;77;p14"/>
          <p:cNvPicPr preferRelativeResize="0"/>
          <p:nvPr/>
        </p:nvPicPr>
        <p:blipFill rotWithShape="1">
          <a:blip r:embed="rId6">
            <a:alphaModFix/>
          </a:blip>
          <a:srcRect b="544" l="0" r="0" t="534"/>
          <a:stretch/>
        </p:blipFill>
        <p:spPr>
          <a:xfrm>
            <a:off x="457200" y="41942550"/>
            <a:ext cx="5486403" cy="18471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